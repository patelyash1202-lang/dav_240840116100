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4eb89bc8-69d8-80fe-5d7c-fd4b24e30b50}">
          <p14:sldIdLst>
            <p14:sldId id="256"/>
            <p14:sldId id="257"/>
          </p14:sldIdLst>
        </p14:section>
        <p14:section name="Data" id="{beb88ab1-967c-d418-cb6f-4f962deab61c}">
          <p14:sldIdLst>
            <p14:sldId id="258"/>
            <p14:sldId id="259"/>
          </p14:sldIdLst>
        </p14:section>
        <p14:section name="Analysis" id="{69f50ae9-9725-2829-cf4e-4533b840a3ff}">
          <p14:sldIdLst>
            <p14:sldId id="260"/>
            <p14:sldId id="261"/>
          </p14:sldIdLst>
        </p14:section>
        <p14:section name="Visualization" id="{e21fa16d-651f-df21-2839-f90ac4b8f2dc}">
          <p14:sldIdLst>
            <p14:sldId id="262"/>
            <p14:sldId id="263"/>
            <p14:sldId id="264"/>
            <p14:sldId id="265"/>
          </p14:sldIdLst>
        </p14:section>
        <p14:section name="Finding" id="{0eda934c-174d-94b7-b3f0-ddc316e4bd20}">
          <p14:sldIdLst>
            <p14:sldId id="266"/>
          </p14:sldIdLst>
        </p14:section>
        <p14:section name="Insight" id="{cdcb45fe-6226-e126-e4e4-79067569d4f9}">
          <p14:sldIdLst>
            <p14:sldId id="267"/>
          </p14:sldIdLst>
        </p14:section>
        <p14:section name="Conclusion" id="{1196b361-bf49-6519-80b8-26edcaaea214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+mn-lt"/>
              </a:rPr>
              <a:t>Top 10 genres by record count (count of track_id)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3E8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acoustic</c:v>
                  </c:pt>
                  <c:pt idx="1">
                    <c:v>british</c:v>
                  </c:pt>
                  <c:pt idx="2">
                    <c:v>country</c:v>
                  </c:pt>
                  <c:pt idx="3">
                    <c:v>disco</c:v>
                  </c:pt>
                  <c:pt idx="4">
                    <c:v>electronic</c:v>
                  </c:pt>
                  <c:pt idx="5">
                    <c:v>emo</c:v>
                  </c:pt>
                  <c:pt idx="6">
                    <c:v>funk</c:v>
                  </c:pt>
                  <c:pt idx="7">
                    <c:v>garage</c:v>
                  </c:pt>
                  <c:pt idx="8">
                    <c:v>indie-pop</c:v>
                  </c:pt>
                  <c:pt idx="9">
                    <c:v>industrial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  <c:pt idx="6">
                  <c:v>1000</c:v>
                </c:pt>
                <c:pt idx="7">
                  <c:v>1000</c:v>
                </c:pt>
                <c:pt idx="8">
                  <c:v>1000</c:v>
                </c:pt>
                <c:pt idx="9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C5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b"/>
        <c:majorGridlines>
          <c:spPr>
            <a:ln w="9525" cap="flat">
              <a:solidFill>
                <a:srgbClr val="D5DD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+mn-lt"/>
              </a:rPr>
              <a:t>Explicit vs non-explicit records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9BC4"/>
              </a:solidFill>
              <a:effectLst/>
            </c:spPr>
          </c:dPt>
          <c:dPt>
            <c:idx val="1"/>
            <c:bubble3D val="0"/>
            <c:spPr>
              <a:solidFill>
                <a:srgbClr val="3E8E6B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Non-explicit</c:v>
                </c:pt>
                <c:pt idx="1">
                  <c:v>Explicit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103831</c:v>
                </c:pt>
                <c:pt idx="1">
                  <c:v>9718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E4C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+mn-lt"/>
              </a:rPr>
              <a:t>Records by musical mode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3E8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8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9BC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Major (1)</c:v>
                  </c:pt>
                  <c:pt idx="1">
                    <c:v>Minor (0)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72429</c:v>
                </c:pt>
                <c:pt idx="1">
                  <c:v>41120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C5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0"/>
          <c:min val="0"/>
        </c:scaling>
        <c:delete val="0"/>
        <c:axPos val="l"/>
        <c:majorGridlines>
          <c:spPr>
            <a:ln w="9525" cap="flat">
              <a:solidFill>
                <a:srgbClr val="D5DD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+mn-lt"/>
              </a:rPr>
              <a:t>Popularity distribution (records per range)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3E8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0-9</c:v>
                  </c:pt>
                  <c:pt idx="1">
                    <c:v>10-19</c:v>
                  </c:pt>
                  <c:pt idx="2">
                    <c:v>20-29</c:v>
                  </c:pt>
                  <c:pt idx="3">
                    <c:v>30-39</c:v>
                  </c:pt>
                  <c:pt idx="4">
                    <c:v>40-49</c:v>
                  </c:pt>
                  <c:pt idx="5">
                    <c:v>50-59</c:v>
                  </c:pt>
                  <c:pt idx="6">
                    <c:v>60-69</c:v>
                  </c:pt>
                  <c:pt idx="7">
                    <c:v>70-79</c:v>
                  </c:pt>
                  <c:pt idx="8">
                    <c:v>80-89</c:v>
                  </c:pt>
                  <c:pt idx="9">
                    <c:v>90-100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22457</c:v>
                </c:pt>
                <c:pt idx="1">
                  <c:v>9279</c:v>
                </c:pt>
                <c:pt idx="2">
                  <c:v>18354</c:v>
                </c:pt>
                <c:pt idx="3">
                  <c:v>14910</c:v>
                </c:pt>
                <c:pt idx="4">
                  <c:v>19205</c:v>
                </c:pt>
                <c:pt idx="5">
                  <c:v>14532</c:v>
                </c:pt>
                <c:pt idx="6">
                  <c:v>9344</c:v>
                </c:pt>
                <c:pt idx="7">
                  <c:v>4269</c:v>
                </c:pt>
                <c:pt idx="8">
                  <c:v>1101</c:v>
                </c:pt>
                <c:pt idx="9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C59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3E4C5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3E4C59"/>
                    </a:solidFill>
                    <a:latin typeface="Arial"/>
                  </a:rPr>
                  <a:t>Popularity score range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5DD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+mn-lt"/>
              </a:rPr>
              <a:t>Danceability vs energy (sample of 2,000)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6C9BC4"/>
            </a:solidFill>
            <a:ln>
              <a:noFill/>
            </a:ln>
            <a:effectLst/>
          </c:spPr>
          <c:marker>
            <c:symbol val="circle"/>
            <c:size val="3"/>
            <c:spPr>
              <a:solidFill>
                <a:srgbClr val="6C9BC4"/>
              </a:solidFill>
              <a:ln w="9525" cap="flat">
                <a:solidFill>
                  <a:srgbClr val="6C9BC4"/>
                </a:solidFill>
                <a:prstDash val="solid"/>
                <a:round/>
              </a:ln>
              <a:effectLst/>
            </c:spPr>
          </c:marker>
          <c:xVal>
            <c:numRef>
              <c:f>Sheet1!$A$2:$A$2001</c:f>
              <c:numCache>
                <c:formatCode>General</c:formatCode>
                <c:ptCount val="2000"/>
                <c:pt idx="0">
                  <c:v>0.427</c:v>
                </c:pt>
                <c:pt idx="1">
                  <c:v>0.652</c:v>
                </c:pt>
                <c:pt idx="2">
                  <c:v>0.573</c:v>
                </c:pt>
                <c:pt idx="3">
                  <c:v>0.281</c:v>
                </c:pt>
                <c:pt idx="4">
                  <c:v>0.403</c:v>
                </c:pt>
                <c:pt idx="5">
                  <c:v>0.757</c:v>
                </c:pt>
                <c:pt idx="6">
                  <c:v>0.606</c:v>
                </c:pt>
                <c:pt idx="7">
                  <c:v>0.405</c:v>
                </c:pt>
                <c:pt idx="8">
                  <c:v>0.615</c:v>
                </c:pt>
                <c:pt idx="9">
                  <c:v>0.322</c:v>
                </c:pt>
                <c:pt idx="10">
                  <c:v>0.735</c:v>
                </c:pt>
                <c:pt idx="11">
                  <c:v>0.507</c:v>
                </c:pt>
                <c:pt idx="12">
                  <c:v>0.589</c:v>
                </c:pt>
                <c:pt idx="13">
                  <c:v>0.644</c:v>
                </c:pt>
                <c:pt idx="14">
                  <c:v>0.577</c:v>
                </c:pt>
                <c:pt idx="15">
                  <c:v>0.882</c:v>
                </c:pt>
                <c:pt idx="16">
                  <c:v>0.865</c:v>
                </c:pt>
                <c:pt idx="17">
                  <c:v>0.787</c:v>
                </c:pt>
                <c:pt idx="18">
                  <c:v>0.626</c:v>
                </c:pt>
                <c:pt idx="19">
                  <c:v>0.49</c:v>
                </c:pt>
                <c:pt idx="20">
                  <c:v>0.582</c:v>
                </c:pt>
                <c:pt idx="21">
                  <c:v>0.561</c:v>
                </c:pt>
                <c:pt idx="22">
                  <c:v>0.929</c:v>
                </c:pt>
                <c:pt idx="23">
                  <c:v>0.515</c:v>
                </c:pt>
                <c:pt idx="24">
                  <c:v>0.827</c:v>
                </c:pt>
                <c:pt idx="25">
                  <c:v>0.873</c:v>
                </c:pt>
                <c:pt idx="26">
                  <c:v>0.569</c:v>
                </c:pt>
                <c:pt idx="27">
                  <c:v>0.675</c:v>
                </c:pt>
                <c:pt idx="28">
                  <c:v>0.528</c:v>
                </c:pt>
                <c:pt idx="29">
                  <c:v>0.371</c:v>
                </c:pt>
                <c:pt idx="30">
                  <c:v>0.325</c:v>
                </c:pt>
                <c:pt idx="31">
                  <c:v>0.287</c:v>
                </c:pt>
                <c:pt idx="32">
                  <c:v>0.718</c:v>
                </c:pt>
                <c:pt idx="33">
                  <c:v>0.446</c:v>
                </c:pt>
                <c:pt idx="34">
                  <c:v>0.447</c:v>
                </c:pt>
                <c:pt idx="35">
                  <c:v>0.473</c:v>
                </c:pt>
                <c:pt idx="36">
                  <c:v>0.707</c:v>
                </c:pt>
                <c:pt idx="37">
                  <c:v>0.487</c:v>
                </c:pt>
                <c:pt idx="38">
                  <c:v>0.633</c:v>
                </c:pt>
                <c:pt idx="39">
                  <c:v>0.305</c:v>
                </c:pt>
                <c:pt idx="40">
                  <c:v>0.692</c:v>
                </c:pt>
                <c:pt idx="41">
                  <c:v>0.51</c:v>
                </c:pt>
                <c:pt idx="42">
                  <c:v>0.609</c:v>
                </c:pt>
                <c:pt idx="43">
                  <c:v>0.208</c:v>
                </c:pt>
                <c:pt idx="44">
                  <c:v>0.686</c:v>
                </c:pt>
                <c:pt idx="45">
                  <c:v>0.379</c:v>
                </c:pt>
                <c:pt idx="46">
                  <c:v>0.664</c:v>
                </c:pt>
                <c:pt idx="47">
                  <c:v>0.768</c:v>
                </c:pt>
                <c:pt idx="48">
                  <c:v>0.578</c:v>
                </c:pt>
                <c:pt idx="49">
                  <c:v>0.473</c:v>
                </c:pt>
                <c:pt idx="50">
                  <c:v>0.29</c:v>
                </c:pt>
                <c:pt idx="51">
                  <c:v>0.795</c:v>
                </c:pt>
                <c:pt idx="52">
                  <c:v>0.711</c:v>
                </c:pt>
                <c:pt idx="53">
                  <c:v>0.66</c:v>
                </c:pt>
                <c:pt idx="54">
                  <c:v>0.619</c:v>
                </c:pt>
                <c:pt idx="55">
                  <c:v>0.627</c:v>
                </c:pt>
                <c:pt idx="56">
                  <c:v>0.435</c:v>
                </c:pt>
                <c:pt idx="57">
                  <c:v>0.757</c:v>
                </c:pt>
                <c:pt idx="58">
                  <c:v>0.734</c:v>
                </c:pt>
                <c:pt idx="59">
                  <c:v>0.406</c:v>
                </c:pt>
                <c:pt idx="60">
                  <c:v>0.71</c:v>
                </c:pt>
                <c:pt idx="61">
                  <c:v>0.903</c:v>
                </c:pt>
                <c:pt idx="62">
                  <c:v>0.581</c:v>
                </c:pt>
                <c:pt idx="63">
                  <c:v>0.518</c:v>
                </c:pt>
                <c:pt idx="64">
                  <c:v>0.621</c:v>
                </c:pt>
                <c:pt idx="65">
                  <c:v>0.566</c:v>
                </c:pt>
                <c:pt idx="66">
                  <c:v>0.629</c:v>
                </c:pt>
                <c:pt idx="67">
                  <c:v>0.602</c:v>
                </c:pt>
                <c:pt idx="68">
                  <c:v>0.572</c:v>
                </c:pt>
                <c:pt idx="69">
                  <c:v>0.515</c:v>
                </c:pt>
                <c:pt idx="70">
                  <c:v>0.441</c:v>
                </c:pt>
                <c:pt idx="71">
                  <c:v>0.512</c:v>
                </c:pt>
                <c:pt idx="72">
                  <c:v>0.412</c:v>
                </c:pt>
                <c:pt idx="73">
                  <c:v>0.48</c:v>
                </c:pt>
                <c:pt idx="74">
                  <c:v>0.732</c:v>
                </c:pt>
                <c:pt idx="75">
                  <c:v>0.813</c:v>
                </c:pt>
                <c:pt idx="76">
                  <c:v>0.751</c:v>
                </c:pt>
                <c:pt idx="77">
                  <c:v>0.677</c:v>
                </c:pt>
                <c:pt idx="78">
                  <c:v>0.675</c:v>
                </c:pt>
                <c:pt idx="79">
                  <c:v>0.253</c:v>
                </c:pt>
                <c:pt idx="80">
                  <c:v>0.442</c:v>
                </c:pt>
                <c:pt idx="81">
                  <c:v>0.839</c:v>
                </c:pt>
                <c:pt idx="82">
                  <c:v>0.617</c:v>
                </c:pt>
                <c:pt idx="83">
                  <c:v>0.479</c:v>
                </c:pt>
                <c:pt idx="84">
                  <c:v>0.716</c:v>
                </c:pt>
                <c:pt idx="85">
                  <c:v>0.61</c:v>
                </c:pt>
                <c:pt idx="86">
                  <c:v>0.717</c:v>
                </c:pt>
                <c:pt idx="87">
                  <c:v>0.686</c:v>
                </c:pt>
                <c:pt idx="88">
                  <c:v>0.691</c:v>
                </c:pt>
                <c:pt idx="89">
                  <c:v>0.567</c:v>
                </c:pt>
                <c:pt idx="90">
                  <c:v>0.686</c:v>
                </c:pt>
                <c:pt idx="91">
                  <c:v>0.504</c:v>
                </c:pt>
                <c:pt idx="92">
                  <c:v>0.23</c:v>
                </c:pt>
                <c:pt idx="93">
                  <c:v>0.457</c:v>
                </c:pt>
                <c:pt idx="94">
                  <c:v>0.176</c:v>
                </c:pt>
                <c:pt idx="95">
                  <c:v>0.782</c:v>
                </c:pt>
                <c:pt idx="96">
                  <c:v>0.468</c:v>
                </c:pt>
                <c:pt idx="97">
                  <c:v>0.411</c:v>
                </c:pt>
                <c:pt idx="98">
                  <c:v>0.845</c:v>
                </c:pt>
                <c:pt idx="99">
                  <c:v>0.895</c:v>
                </c:pt>
                <c:pt idx="100">
                  <c:v>0.781</c:v>
                </c:pt>
                <c:pt idx="101">
                  <c:v>0.579</c:v>
                </c:pt>
                <c:pt idx="102">
                  <c:v>0.885</c:v>
                </c:pt>
                <c:pt idx="103">
                  <c:v>0.755</c:v>
                </c:pt>
                <c:pt idx="104">
                  <c:v>0.452</c:v>
                </c:pt>
                <c:pt idx="105">
                  <c:v>0.274</c:v>
                </c:pt>
                <c:pt idx="106">
                  <c:v>0.493</c:v>
                </c:pt>
                <c:pt idx="107">
                  <c:v>0.81</c:v>
                </c:pt>
                <c:pt idx="108">
                  <c:v>0.598</c:v>
                </c:pt>
                <c:pt idx="109">
                  <c:v>0.79</c:v>
                </c:pt>
                <c:pt idx="110">
                  <c:v>0.636</c:v>
                </c:pt>
                <c:pt idx="111">
                  <c:v>0.97</c:v>
                </c:pt>
                <c:pt idx="112">
                  <c:v>0.172</c:v>
                </c:pt>
                <c:pt idx="113">
                  <c:v>0.734</c:v>
                </c:pt>
                <c:pt idx="114">
                  <c:v>0.321</c:v>
                </c:pt>
                <c:pt idx="115">
                  <c:v>0.423</c:v>
                </c:pt>
                <c:pt idx="116">
                  <c:v>0.78</c:v>
                </c:pt>
                <c:pt idx="117">
                  <c:v>0.463</c:v>
                </c:pt>
                <c:pt idx="118">
                  <c:v>0.611</c:v>
                </c:pt>
                <c:pt idx="119">
                  <c:v>0.266</c:v>
                </c:pt>
                <c:pt idx="120">
                  <c:v>0.339</c:v>
                </c:pt>
                <c:pt idx="121">
                  <c:v>0.514</c:v>
                </c:pt>
                <c:pt idx="122">
                  <c:v>0.687</c:v>
                </c:pt>
                <c:pt idx="123">
                  <c:v>0.743</c:v>
                </c:pt>
                <c:pt idx="124">
                  <c:v>0.801</c:v>
                </c:pt>
                <c:pt idx="125">
                  <c:v>0.539</c:v>
                </c:pt>
                <c:pt idx="126">
                  <c:v>0.629</c:v>
                </c:pt>
                <c:pt idx="127">
                  <c:v>0.554</c:v>
                </c:pt>
                <c:pt idx="128">
                  <c:v>0.318</c:v>
                </c:pt>
                <c:pt idx="129">
                  <c:v>0.688</c:v>
                </c:pt>
                <c:pt idx="130">
                  <c:v>0.757</c:v>
                </c:pt>
                <c:pt idx="131">
                  <c:v>0.704</c:v>
                </c:pt>
                <c:pt idx="132">
                  <c:v>0.709</c:v>
                </c:pt>
                <c:pt idx="133">
                  <c:v>0.458</c:v>
                </c:pt>
                <c:pt idx="134">
                  <c:v>0.755</c:v>
                </c:pt>
                <c:pt idx="135">
                  <c:v>0.518</c:v>
                </c:pt>
                <c:pt idx="136">
                  <c:v>0.665</c:v>
                </c:pt>
                <c:pt idx="137">
                  <c:v>0.5</c:v>
                </c:pt>
                <c:pt idx="138">
                  <c:v>0.559</c:v>
                </c:pt>
                <c:pt idx="139">
                  <c:v>0.792</c:v>
                </c:pt>
                <c:pt idx="140">
                  <c:v>0.593</c:v>
                </c:pt>
                <c:pt idx="141">
                  <c:v>0.875</c:v>
                </c:pt>
                <c:pt idx="142">
                  <c:v>0.814</c:v>
                </c:pt>
                <c:pt idx="143">
                  <c:v>0.491</c:v>
                </c:pt>
                <c:pt idx="144">
                  <c:v>0.634</c:v>
                </c:pt>
                <c:pt idx="145">
                  <c:v>0.423</c:v>
                </c:pt>
                <c:pt idx="146">
                  <c:v>0.317</c:v>
                </c:pt>
                <c:pt idx="147">
                  <c:v>0.806</c:v>
                </c:pt>
                <c:pt idx="148">
                  <c:v>0.336</c:v>
                </c:pt>
                <c:pt idx="149">
                  <c:v>0.803</c:v>
                </c:pt>
                <c:pt idx="150">
                  <c:v>0.464</c:v>
                </c:pt>
                <c:pt idx="151">
                  <c:v>0.76</c:v>
                </c:pt>
                <c:pt idx="152">
                  <c:v>0.388</c:v>
                </c:pt>
                <c:pt idx="153">
                  <c:v>0.649</c:v>
                </c:pt>
                <c:pt idx="154">
                  <c:v>0.697</c:v>
                </c:pt>
                <c:pt idx="155">
                  <c:v>0.568</c:v>
                </c:pt>
                <c:pt idx="156">
                  <c:v>0.624</c:v>
                </c:pt>
                <c:pt idx="157">
                  <c:v>0.47</c:v>
                </c:pt>
                <c:pt idx="158">
                  <c:v>0.536</c:v>
                </c:pt>
                <c:pt idx="159">
                  <c:v>0.755</c:v>
                </c:pt>
                <c:pt idx="160">
                  <c:v>0.436</c:v>
                </c:pt>
                <c:pt idx="161">
                  <c:v>0.73</c:v>
                </c:pt>
                <c:pt idx="162">
                  <c:v>0.603</c:v>
                </c:pt>
                <c:pt idx="163">
                  <c:v>0.545</c:v>
                </c:pt>
                <c:pt idx="164">
                  <c:v>0.629</c:v>
                </c:pt>
                <c:pt idx="165">
                  <c:v>0.616</c:v>
                </c:pt>
                <c:pt idx="166">
                  <c:v>0.26</c:v>
                </c:pt>
                <c:pt idx="167">
                  <c:v>0.614</c:v>
                </c:pt>
                <c:pt idx="168">
                  <c:v>0.742</c:v>
                </c:pt>
                <c:pt idx="169">
                  <c:v>0.421</c:v>
                </c:pt>
                <c:pt idx="170">
                  <c:v>0.24</c:v>
                </c:pt>
                <c:pt idx="171">
                  <c:v>0.278</c:v>
                </c:pt>
                <c:pt idx="172">
                  <c:v>0.814</c:v>
                </c:pt>
                <c:pt idx="173">
                  <c:v>0.546</c:v>
                </c:pt>
                <c:pt idx="174">
                  <c:v>0.782</c:v>
                </c:pt>
                <c:pt idx="175">
                  <c:v>0.611</c:v>
                </c:pt>
                <c:pt idx="176">
                  <c:v>0.787</c:v>
                </c:pt>
                <c:pt idx="177">
                  <c:v>0.633</c:v>
                </c:pt>
                <c:pt idx="178">
                  <c:v>0.592</c:v>
                </c:pt>
                <c:pt idx="179">
                  <c:v>0.599</c:v>
                </c:pt>
                <c:pt idx="180">
                  <c:v>0.487</c:v>
                </c:pt>
                <c:pt idx="181">
                  <c:v>0.727</c:v>
                </c:pt>
                <c:pt idx="182">
                  <c:v>0.796</c:v>
                </c:pt>
                <c:pt idx="183">
                  <c:v>0.825</c:v>
                </c:pt>
                <c:pt idx="184">
                  <c:v>0.736</c:v>
                </c:pt>
                <c:pt idx="185">
                  <c:v>0.138</c:v>
                </c:pt>
                <c:pt idx="186">
                  <c:v>0.804</c:v>
                </c:pt>
                <c:pt idx="187">
                  <c:v>0.456</c:v>
                </c:pt>
                <c:pt idx="188">
                  <c:v>0.808</c:v>
                </c:pt>
                <c:pt idx="189">
                  <c:v>0.52</c:v>
                </c:pt>
                <c:pt idx="190">
                  <c:v>0.688</c:v>
                </c:pt>
                <c:pt idx="191">
                  <c:v>0.382</c:v>
                </c:pt>
                <c:pt idx="192">
                  <c:v>0.527</c:v>
                </c:pt>
                <c:pt idx="193">
                  <c:v>0.747</c:v>
                </c:pt>
                <c:pt idx="194">
                  <c:v>0.159</c:v>
                </c:pt>
                <c:pt idx="195">
                  <c:v>0.494</c:v>
                </c:pt>
                <c:pt idx="196">
                  <c:v>0.428</c:v>
                </c:pt>
                <c:pt idx="197">
                  <c:v>0.394</c:v>
                </c:pt>
                <c:pt idx="198">
                  <c:v>0.3</c:v>
                </c:pt>
                <c:pt idx="199">
                  <c:v>0.534</c:v>
                </c:pt>
                <c:pt idx="200">
                  <c:v>0.278</c:v>
                </c:pt>
                <c:pt idx="201">
                  <c:v>0.761</c:v>
                </c:pt>
                <c:pt idx="202">
                  <c:v>0.714</c:v>
                </c:pt>
                <c:pt idx="203">
                  <c:v>0.499</c:v>
                </c:pt>
                <c:pt idx="204">
                  <c:v>0.228</c:v>
                </c:pt>
                <c:pt idx="205">
                  <c:v>0.787</c:v>
                </c:pt>
                <c:pt idx="206">
                  <c:v>0.753</c:v>
                </c:pt>
                <c:pt idx="207">
                  <c:v>0.724</c:v>
                </c:pt>
                <c:pt idx="208">
                  <c:v>0.483</c:v>
                </c:pt>
                <c:pt idx="209">
                  <c:v>0.595</c:v>
                </c:pt>
                <c:pt idx="210">
                  <c:v>0.74</c:v>
                </c:pt>
                <c:pt idx="211">
                  <c:v>0.586</c:v>
                </c:pt>
                <c:pt idx="212">
                  <c:v>0.573</c:v>
                </c:pt>
                <c:pt idx="213">
                  <c:v>0.567</c:v>
                </c:pt>
                <c:pt idx="214">
                  <c:v>0.174</c:v>
                </c:pt>
                <c:pt idx="215">
                  <c:v>0.504</c:v>
                </c:pt>
                <c:pt idx="216">
                  <c:v>0.469</c:v>
                </c:pt>
                <c:pt idx="217">
                  <c:v>0.56</c:v>
                </c:pt>
                <c:pt idx="218">
                  <c:v>0.583</c:v>
                </c:pt>
                <c:pt idx="219">
                  <c:v>0.604</c:v>
                </c:pt>
                <c:pt idx="220">
                  <c:v>0.415</c:v>
                </c:pt>
                <c:pt idx="221">
                  <c:v>0.393</c:v>
                </c:pt>
                <c:pt idx="222">
                  <c:v>0.286</c:v>
                </c:pt>
                <c:pt idx="223">
                  <c:v>0.516</c:v>
                </c:pt>
                <c:pt idx="224">
                  <c:v>0.544</c:v>
                </c:pt>
                <c:pt idx="225">
                  <c:v>0.623</c:v>
                </c:pt>
                <c:pt idx="226">
                  <c:v>0.499</c:v>
                </c:pt>
                <c:pt idx="227">
                  <c:v>0.515</c:v>
                </c:pt>
                <c:pt idx="228">
                  <c:v>0.397</c:v>
                </c:pt>
                <c:pt idx="229">
                  <c:v>0.475</c:v>
                </c:pt>
                <c:pt idx="230">
                  <c:v>0.464</c:v>
                </c:pt>
                <c:pt idx="231">
                  <c:v>0.226</c:v>
                </c:pt>
                <c:pt idx="232">
                  <c:v>0.406</c:v>
                </c:pt>
                <c:pt idx="233">
                  <c:v>0.519</c:v>
                </c:pt>
                <c:pt idx="234">
                  <c:v>0.818</c:v>
                </c:pt>
                <c:pt idx="235">
                  <c:v>0.703</c:v>
                </c:pt>
                <c:pt idx="236">
                  <c:v>0.179</c:v>
                </c:pt>
                <c:pt idx="237">
                  <c:v>0.284</c:v>
                </c:pt>
                <c:pt idx="238">
                  <c:v>0.736</c:v>
                </c:pt>
                <c:pt idx="239">
                  <c:v>0.651</c:v>
                </c:pt>
                <c:pt idx="240">
                  <c:v>0.418</c:v>
                </c:pt>
                <c:pt idx="241">
                  <c:v>0.554</c:v>
                </c:pt>
                <c:pt idx="242">
                  <c:v>0.439</c:v>
                </c:pt>
                <c:pt idx="243">
                  <c:v>0.697</c:v>
                </c:pt>
                <c:pt idx="244">
                  <c:v>0.366</c:v>
                </c:pt>
                <c:pt idx="245">
                  <c:v>0.871</c:v>
                </c:pt>
                <c:pt idx="246">
                  <c:v>0.754</c:v>
                </c:pt>
                <c:pt idx="247">
                  <c:v>0.219</c:v>
                </c:pt>
                <c:pt idx="248">
                  <c:v>0.614</c:v>
                </c:pt>
                <c:pt idx="249">
                  <c:v>0.768</c:v>
                </c:pt>
                <c:pt idx="250">
                  <c:v>0.436</c:v>
                </c:pt>
                <c:pt idx="251">
                  <c:v>0.743</c:v>
                </c:pt>
                <c:pt idx="252">
                  <c:v>0.751</c:v>
                </c:pt>
                <c:pt idx="253">
                  <c:v>0.636</c:v>
                </c:pt>
                <c:pt idx="254">
                  <c:v>0.661</c:v>
                </c:pt>
                <c:pt idx="255">
                  <c:v>0.934</c:v>
                </c:pt>
                <c:pt idx="256">
                  <c:v>0.596</c:v>
                </c:pt>
                <c:pt idx="257">
                  <c:v>0</c:v>
                </c:pt>
                <c:pt idx="258">
                  <c:v>0.665</c:v>
                </c:pt>
                <c:pt idx="259">
                  <c:v>0.589</c:v>
                </c:pt>
                <c:pt idx="260">
                  <c:v>0.491</c:v>
                </c:pt>
                <c:pt idx="261">
                  <c:v>0.65</c:v>
                </c:pt>
                <c:pt idx="262">
                  <c:v>0.406</c:v>
                </c:pt>
                <c:pt idx="263">
                  <c:v>0.637</c:v>
                </c:pt>
                <c:pt idx="264">
                  <c:v>0.669</c:v>
                </c:pt>
                <c:pt idx="265">
                  <c:v>0.606</c:v>
                </c:pt>
                <c:pt idx="266">
                  <c:v>0.532</c:v>
                </c:pt>
                <c:pt idx="267">
                  <c:v>0.829</c:v>
                </c:pt>
                <c:pt idx="268">
                  <c:v>0.517</c:v>
                </c:pt>
                <c:pt idx="269">
                  <c:v>0.458</c:v>
                </c:pt>
                <c:pt idx="270">
                  <c:v>0.577</c:v>
                </c:pt>
                <c:pt idx="271">
                  <c:v>0.626</c:v>
                </c:pt>
                <c:pt idx="272">
                  <c:v>0.391</c:v>
                </c:pt>
                <c:pt idx="273">
                  <c:v>0.732</c:v>
                </c:pt>
                <c:pt idx="274">
                  <c:v>0.254</c:v>
                </c:pt>
                <c:pt idx="275">
                  <c:v>0.481</c:v>
                </c:pt>
                <c:pt idx="276">
                  <c:v>0.319</c:v>
                </c:pt>
                <c:pt idx="277">
                  <c:v>0.671</c:v>
                </c:pt>
                <c:pt idx="278">
                  <c:v>0.702</c:v>
                </c:pt>
                <c:pt idx="279">
                  <c:v>0.636</c:v>
                </c:pt>
                <c:pt idx="280">
                  <c:v>0.241</c:v>
                </c:pt>
                <c:pt idx="281">
                  <c:v>0.665</c:v>
                </c:pt>
                <c:pt idx="282">
                  <c:v>0.654</c:v>
                </c:pt>
                <c:pt idx="283">
                  <c:v>0.661</c:v>
                </c:pt>
                <c:pt idx="284">
                  <c:v>0.897</c:v>
                </c:pt>
                <c:pt idx="285">
                  <c:v>0.577</c:v>
                </c:pt>
                <c:pt idx="286">
                  <c:v>0.503</c:v>
                </c:pt>
                <c:pt idx="287">
                  <c:v>0.781</c:v>
                </c:pt>
                <c:pt idx="288">
                  <c:v>0.639</c:v>
                </c:pt>
                <c:pt idx="289">
                  <c:v>0.649</c:v>
                </c:pt>
                <c:pt idx="290">
                  <c:v>0.158</c:v>
                </c:pt>
                <c:pt idx="291">
                  <c:v>0.593</c:v>
                </c:pt>
                <c:pt idx="292">
                  <c:v>0.8</c:v>
                </c:pt>
                <c:pt idx="293">
                  <c:v>0.382</c:v>
                </c:pt>
                <c:pt idx="294">
                  <c:v>0.65</c:v>
                </c:pt>
                <c:pt idx="295">
                  <c:v>0.626</c:v>
                </c:pt>
                <c:pt idx="296">
                  <c:v>0.766</c:v>
                </c:pt>
                <c:pt idx="297">
                  <c:v>0.753</c:v>
                </c:pt>
                <c:pt idx="298">
                  <c:v>0.516</c:v>
                </c:pt>
                <c:pt idx="299">
                  <c:v>0.812</c:v>
                </c:pt>
                <c:pt idx="300">
                  <c:v>0.65</c:v>
                </c:pt>
                <c:pt idx="301">
                  <c:v>0.343</c:v>
                </c:pt>
                <c:pt idx="302">
                  <c:v>0.733</c:v>
                </c:pt>
                <c:pt idx="303">
                  <c:v>0.524</c:v>
                </c:pt>
                <c:pt idx="304">
                  <c:v>0.613</c:v>
                </c:pt>
                <c:pt idx="305">
                  <c:v>0.419</c:v>
                </c:pt>
                <c:pt idx="306">
                  <c:v>0.426</c:v>
                </c:pt>
                <c:pt idx="307">
                  <c:v>0.78</c:v>
                </c:pt>
                <c:pt idx="308">
                  <c:v>0.61</c:v>
                </c:pt>
                <c:pt idx="309">
                  <c:v>0.849</c:v>
                </c:pt>
                <c:pt idx="310">
                  <c:v>0.197</c:v>
                </c:pt>
                <c:pt idx="311">
                  <c:v>0.626</c:v>
                </c:pt>
                <c:pt idx="312">
                  <c:v>0.655</c:v>
                </c:pt>
                <c:pt idx="313">
                  <c:v>0.533</c:v>
                </c:pt>
                <c:pt idx="314">
                  <c:v>0.582</c:v>
                </c:pt>
                <c:pt idx="315">
                  <c:v>0.561</c:v>
                </c:pt>
                <c:pt idx="316">
                  <c:v>0.714</c:v>
                </c:pt>
                <c:pt idx="317">
                  <c:v>0.333</c:v>
                </c:pt>
                <c:pt idx="318">
                  <c:v>0.605</c:v>
                </c:pt>
                <c:pt idx="319">
                  <c:v>0.516</c:v>
                </c:pt>
                <c:pt idx="320">
                  <c:v>0.474</c:v>
                </c:pt>
                <c:pt idx="321">
                  <c:v>0.658</c:v>
                </c:pt>
                <c:pt idx="322">
                  <c:v>0.544</c:v>
                </c:pt>
                <c:pt idx="323">
                  <c:v>0.506</c:v>
                </c:pt>
                <c:pt idx="324">
                  <c:v>0.872</c:v>
                </c:pt>
                <c:pt idx="325">
                  <c:v>0.358</c:v>
                </c:pt>
                <c:pt idx="326">
                  <c:v>0.482</c:v>
                </c:pt>
                <c:pt idx="327">
                  <c:v>0.637</c:v>
                </c:pt>
                <c:pt idx="328">
                  <c:v>0.497</c:v>
                </c:pt>
                <c:pt idx="329">
                  <c:v>0.72</c:v>
                </c:pt>
                <c:pt idx="330">
                  <c:v>0.796</c:v>
                </c:pt>
                <c:pt idx="331">
                  <c:v>0.695</c:v>
                </c:pt>
                <c:pt idx="332">
                  <c:v>0.686</c:v>
                </c:pt>
                <c:pt idx="333">
                  <c:v>0.549</c:v>
                </c:pt>
                <c:pt idx="334">
                  <c:v>0.69</c:v>
                </c:pt>
                <c:pt idx="335">
                  <c:v>0.423</c:v>
                </c:pt>
                <c:pt idx="336">
                  <c:v>0.693</c:v>
                </c:pt>
                <c:pt idx="337">
                  <c:v>0.502</c:v>
                </c:pt>
                <c:pt idx="338">
                  <c:v>0.482</c:v>
                </c:pt>
                <c:pt idx="339">
                  <c:v>0.544</c:v>
                </c:pt>
                <c:pt idx="340">
                  <c:v>0.654</c:v>
                </c:pt>
                <c:pt idx="341">
                  <c:v>0.596</c:v>
                </c:pt>
                <c:pt idx="342">
                  <c:v>0.787</c:v>
                </c:pt>
                <c:pt idx="343">
                  <c:v>0.699</c:v>
                </c:pt>
                <c:pt idx="344">
                  <c:v>0.645</c:v>
                </c:pt>
                <c:pt idx="345">
                  <c:v>0.51</c:v>
                </c:pt>
                <c:pt idx="346">
                  <c:v>0.762</c:v>
                </c:pt>
                <c:pt idx="347">
                  <c:v>0.787</c:v>
                </c:pt>
                <c:pt idx="348">
                  <c:v>0.454</c:v>
                </c:pt>
                <c:pt idx="349">
                  <c:v>0.805</c:v>
                </c:pt>
                <c:pt idx="350">
                  <c:v>0.576</c:v>
                </c:pt>
                <c:pt idx="351">
                  <c:v>0.694</c:v>
                </c:pt>
                <c:pt idx="352">
                  <c:v>0.764</c:v>
                </c:pt>
                <c:pt idx="353">
                  <c:v>0.339</c:v>
                </c:pt>
                <c:pt idx="354">
                  <c:v>0.516</c:v>
                </c:pt>
                <c:pt idx="355">
                  <c:v>0.0688</c:v>
                </c:pt>
                <c:pt idx="356">
                  <c:v>0.816</c:v>
                </c:pt>
                <c:pt idx="357">
                  <c:v>0.665</c:v>
                </c:pt>
                <c:pt idx="358">
                  <c:v>0.594</c:v>
                </c:pt>
                <c:pt idx="359">
                  <c:v>0.428</c:v>
                </c:pt>
                <c:pt idx="360">
                  <c:v>0.582</c:v>
                </c:pt>
                <c:pt idx="361">
                  <c:v>0.696</c:v>
                </c:pt>
                <c:pt idx="362">
                  <c:v>0.234</c:v>
                </c:pt>
                <c:pt idx="363">
                  <c:v>0.724</c:v>
                </c:pt>
                <c:pt idx="364">
                  <c:v>0.326</c:v>
                </c:pt>
                <c:pt idx="365">
                  <c:v>0.597</c:v>
                </c:pt>
                <c:pt idx="366">
                  <c:v>0.365</c:v>
                </c:pt>
                <c:pt idx="367">
                  <c:v>0.451</c:v>
                </c:pt>
                <c:pt idx="368">
                  <c:v>0.11</c:v>
                </c:pt>
                <c:pt idx="369">
                  <c:v>0.231</c:v>
                </c:pt>
                <c:pt idx="370">
                  <c:v>0.393</c:v>
                </c:pt>
                <c:pt idx="371">
                  <c:v>0.701</c:v>
                </c:pt>
                <c:pt idx="372">
                  <c:v>0.605</c:v>
                </c:pt>
                <c:pt idx="373">
                  <c:v>0.738</c:v>
                </c:pt>
                <c:pt idx="374">
                  <c:v>0.616</c:v>
                </c:pt>
                <c:pt idx="375">
                  <c:v>0.53</c:v>
                </c:pt>
                <c:pt idx="376">
                  <c:v>0.639</c:v>
                </c:pt>
                <c:pt idx="377">
                  <c:v>0.639</c:v>
                </c:pt>
                <c:pt idx="378">
                  <c:v>0.7</c:v>
                </c:pt>
                <c:pt idx="379">
                  <c:v>0.596</c:v>
                </c:pt>
                <c:pt idx="380">
                  <c:v>0.397</c:v>
                </c:pt>
                <c:pt idx="381">
                  <c:v>0.685</c:v>
                </c:pt>
                <c:pt idx="382">
                  <c:v>0.711</c:v>
                </c:pt>
                <c:pt idx="383">
                  <c:v>0.627</c:v>
                </c:pt>
                <c:pt idx="384">
                  <c:v>0.563</c:v>
                </c:pt>
                <c:pt idx="385">
                  <c:v>0.63</c:v>
                </c:pt>
                <c:pt idx="386">
                  <c:v>0.691</c:v>
                </c:pt>
                <c:pt idx="387">
                  <c:v>0.443</c:v>
                </c:pt>
                <c:pt idx="388">
                  <c:v>0.806</c:v>
                </c:pt>
                <c:pt idx="389">
                  <c:v>0.441</c:v>
                </c:pt>
                <c:pt idx="390">
                  <c:v>0.566</c:v>
                </c:pt>
                <c:pt idx="391">
                  <c:v>0.871</c:v>
                </c:pt>
                <c:pt idx="392">
                  <c:v>0.467</c:v>
                </c:pt>
                <c:pt idx="393">
                  <c:v>0.396</c:v>
                </c:pt>
                <c:pt idx="394">
                  <c:v>0.477</c:v>
                </c:pt>
                <c:pt idx="395">
                  <c:v>0.652</c:v>
                </c:pt>
                <c:pt idx="396">
                  <c:v>0.264</c:v>
                </c:pt>
                <c:pt idx="397">
                  <c:v>0.43</c:v>
                </c:pt>
                <c:pt idx="398">
                  <c:v>0.881</c:v>
                </c:pt>
                <c:pt idx="399">
                  <c:v>0.753</c:v>
                </c:pt>
                <c:pt idx="400">
                  <c:v>0.371</c:v>
                </c:pt>
                <c:pt idx="401">
                  <c:v>0.662</c:v>
                </c:pt>
                <c:pt idx="402">
                  <c:v>0.626</c:v>
                </c:pt>
                <c:pt idx="403">
                  <c:v>0.705</c:v>
                </c:pt>
                <c:pt idx="404">
                  <c:v>0.592</c:v>
                </c:pt>
                <c:pt idx="405">
                  <c:v>0.282</c:v>
                </c:pt>
                <c:pt idx="406">
                  <c:v>0.93</c:v>
                </c:pt>
                <c:pt idx="407">
                  <c:v>0.464</c:v>
                </c:pt>
                <c:pt idx="408">
                  <c:v>0.3</c:v>
                </c:pt>
                <c:pt idx="409">
                  <c:v>0.634</c:v>
                </c:pt>
                <c:pt idx="410">
                  <c:v>0.351</c:v>
                </c:pt>
                <c:pt idx="411">
                  <c:v>0.671</c:v>
                </c:pt>
                <c:pt idx="412">
                  <c:v>0.707</c:v>
                </c:pt>
                <c:pt idx="413">
                  <c:v>0.513</c:v>
                </c:pt>
                <c:pt idx="414">
                  <c:v>0.83</c:v>
                </c:pt>
                <c:pt idx="415">
                  <c:v>0.543</c:v>
                </c:pt>
                <c:pt idx="416">
                  <c:v>0.286</c:v>
                </c:pt>
                <c:pt idx="417">
                  <c:v>0.194</c:v>
                </c:pt>
                <c:pt idx="418">
                  <c:v>0.635</c:v>
                </c:pt>
                <c:pt idx="419">
                  <c:v>0.698</c:v>
                </c:pt>
                <c:pt idx="420">
                  <c:v>0.468</c:v>
                </c:pt>
                <c:pt idx="421">
                  <c:v>0.941</c:v>
                </c:pt>
                <c:pt idx="422">
                  <c:v>0.555</c:v>
                </c:pt>
                <c:pt idx="423">
                  <c:v>0.596</c:v>
                </c:pt>
                <c:pt idx="424">
                  <c:v>0.87</c:v>
                </c:pt>
                <c:pt idx="425">
                  <c:v>0.805</c:v>
                </c:pt>
                <c:pt idx="426">
                  <c:v>0.789</c:v>
                </c:pt>
                <c:pt idx="427">
                  <c:v>0.818</c:v>
                </c:pt>
                <c:pt idx="428">
                  <c:v>0.737</c:v>
                </c:pt>
                <c:pt idx="429">
                  <c:v>0.806</c:v>
                </c:pt>
                <c:pt idx="430">
                  <c:v>0.0965</c:v>
                </c:pt>
                <c:pt idx="431">
                  <c:v>0.486</c:v>
                </c:pt>
                <c:pt idx="432">
                  <c:v>0.33</c:v>
                </c:pt>
                <c:pt idx="433">
                  <c:v>0.132</c:v>
                </c:pt>
                <c:pt idx="434">
                  <c:v>0.189</c:v>
                </c:pt>
                <c:pt idx="435">
                  <c:v>0.365</c:v>
                </c:pt>
                <c:pt idx="436">
                  <c:v>0.495</c:v>
                </c:pt>
                <c:pt idx="437">
                  <c:v>0.654</c:v>
                </c:pt>
                <c:pt idx="438">
                  <c:v>0.59</c:v>
                </c:pt>
                <c:pt idx="439">
                  <c:v>0.274</c:v>
                </c:pt>
                <c:pt idx="440">
                  <c:v>0.81</c:v>
                </c:pt>
                <c:pt idx="441">
                  <c:v>0.755</c:v>
                </c:pt>
                <c:pt idx="442">
                  <c:v>0.54</c:v>
                </c:pt>
                <c:pt idx="443">
                  <c:v>0.837</c:v>
                </c:pt>
                <c:pt idx="444">
                  <c:v>0.528</c:v>
                </c:pt>
                <c:pt idx="445">
                  <c:v>0.728</c:v>
                </c:pt>
                <c:pt idx="446">
                  <c:v>0.486</c:v>
                </c:pt>
                <c:pt idx="447">
                  <c:v>0.894</c:v>
                </c:pt>
                <c:pt idx="448">
                  <c:v>0.789</c:v>
                </c:pt>
                <c:pt idx="449">
                  <c:v>0.578</c:v>
                </c:pt>
                <c:pt idx="450">
                  <c:v>0.66</c:v>
                </c:pt>
                <c:pt idx="451">
                  <c:v>0.557</c:v>
                </c:pt>
                <c:pt idx="452">
                  <c:v>0.656</c:v>
                </c:pt>
                <c:pt idx="453">
                  <c:v>0.861</c:v>
                </c:pt>
                <c:pt idx="454">
                  <c:v>0.875</c:v>
                </c:pt>
                <c:pt idx="455">
                  <c:v>0.637</c:v>
                </c:pt>
                <c:pt idx="456">
                  <c:v>0.316</c:v>
                </c:pt>
                <c:pt idx="457">
                  <c:v>0</c:v>
                </c:pt>
                <c:pt idx="458">
                  <c:v>0.776</c:v>
                </c:pt>
                <c:pt idx="459">
                  <c:v>0.486</c:v>
                </c:pt>
                <c:pt idx="460">
                  <c:v>0.634</c:v>
                </c:pt>
                <c:pt idx="461">
                  <c:v>0.759</c:v>
                </c:pt>
                <c:pt idx="462">
                  <c:v>0.607</c:v>
                </c:pt>
                <c:pt idx="463">
                  <c:v>0.488</c:v>
                </c:pt>
                <c:pt idx="464">
                  <c:v>0.371</c:v>
                </c:pt>
                <c:pt idx="465">
                  <c:v>0.495</c:v>
                </c:pt>
                <c:pt idx="466">
                  <c:v>0.584</c:v>
                </c:pt>
                <c:pt idx="467">
                  <c:v>0.518</c:v>
                </c:pt>
                <c:pt idx="468">
                  <c:v>0.633</c:v>
                </c:pt>
                <c:pt idx="469">
                  <c:v>0.472</c:v>
                </c:pt>
                <c:pt idx="470">
                  <c:v>0.877</c:v>
                </c:pt>
                <c:pt idx="471">
                  <c:v>0.799</c:v>
                </c:pt>
                <c:pt idx="472">
                  <c:v>0.549</c:v>
                </c:pt>
                <c:pt idx="473">
                  <c:v>0.693</c:v>
                </c:pt>
                <c:pt idx="474">
                  <c:v>0.562</c:v>
                </c:pt>
                <c:pt idx="475">
                  <c:v>0.428</c:v>
                </c:pt>
                <c:pt idx="476">
                  <c:v>0.48</c:v>
                </c:pt>
                <c:pt idx="477">
                  <c:v>0.685</c:v>
                </c:pt>
                <c:pt idx="478">
                  <c:v>0.777</c:v>
                </c:pt>
                <c:pt idx="479">
                  <c:v>0.466</c:v>
                </c:pt>
                <c:pt idx="480">
                  <c:v>0.599</c:v>
                </c:pt>
                <c:pt idx="481">
                  <c:v>0.562</c:v>
                </c:pt>
                <c:pt idx="482">
                  <c:v>0.614</c:v>
                </c:pt>
                <c:pt idx="483">
                  <c:v>0.725</c:v>
                </c:pt>
                <c:pt idx="484">
                  <c:v>0.673</c:v>
                </c:pt>
                <c:pt idx="485">
                  <c:v>0.512</c:v>
                </c:pt>
                <c:pt idx="486">
                  <c:v>0.675</c:v>
                </c:pt>
                <c:pt idx="487">
                  <c:v>0.669</c:v>
                </c:pt>
                <c:pt idx="488">
                  <c:v>0.453</c:v>
                </c:pt>
                <c:pt idx="489">
                  <c:v>0.653</c:v>
                </c:pt>
                <c:pt idx="490">
                  <c:v>0.677</c:v>
                </c:pt>
                <c:pt idx="491">
                  <c:v>0.87</c:v>
                </c:pt>
                <c:pt idx="492">
                  <c:v>0.742</c:v>
                </c:pt>
                <c:pt idx="493">
                  <c:v>0.385</c:v>
                </c:pt>
                <c:pt idx="494">
                  <c:v>0.67</c:v>
                </c:pt>
                <c:pt idx="495">
                  <c:v>0.269</c:v>
                </c:pt>
                <c:pt idx="496">
                  <c:v>0.884</c:v>
                </c:pt>
                <c:pt idx="497">
                  <c:v>0.561</c:v>
                </c:pt>
                <c:pt idx="498">
                  <c:v>0.562</c:v>
                </c:pt>
                <c:pt idx="499">
                  <c:v>0.489</c:v>
                </c:pt>
                <c:pt idx="500">
                  <c:v>0.552</c:v>
                </c:pt>
                <c:pt idx="501">
                  <c:v>0.652</c:v>
                </c:pt>
                <c:pt idx="502">
                  <c:v>0.673</c:v>
                </c:pt>
                <c:pt idx="503">
                  <c:v>0.801</c:v>
                </c:pt>
                <c:pt idx="504">
                  <c:v>0.307</c:v>
                </c:pt>
                <c:pt idx="505">
                  <c:v>0.707</c:v>
                </c:pt>
                <c:pt idx="506">
                  <c:v>0.539</c:v>
                </c:pt>
                <c:pt idx="507">
                  <c:v>0.518</c:v>
                </c:pt>
                <c:pt idx="508">
                  <c:v>0.36</c:v>
                </c:pt>
                <c:pt idx="509">
                  <c:v>0.704</c:v>
                </c:pt>
                <c:pt idx="510">
                  <c:v>0.372</c:v>
                </c:pt>
                <c:pt idx="511">
                  <c:v>0.51</c:v>
                </c:pt>
                <c:pt idx="512">
                  <c:v>0.337</c:v>
                </c:pt>
                <c:pt idx="513">
                  <c:v>0.547</c:v>
                </c:pt>
                <c:pt idx="514">
                  <c:v>0.443</c:v>
                </c:pt>
                <c:pt idx="515">
                  <c:v>0.747</c:v>
                </c:pt>
                <c:pt idx="516">
                  <c:v>0.568</c:v>
                </c:pt>
                <c:pt idx="517">
                  <c:v>0.446</c:v>
                </c:pt>
                <c:pt idx="518">
                  <c:v>0.586</c:v>
                </c:pt>
                <c:pt idx="519">
                  <c:v>0.543</c:v>
                </c:pt>
                <c:pt idx="520">
                  <c:v>0.666</c:v>
                </c:pt>
                <c:pt idx="521">
                  <c:v>0.557</c:v>
                </c:pt>
                <c:pt idx="522">
                  <c:v>0.38</c:v>
                </c:pt>
                <c:pt idx="523">
                  <c:v>0.485</c:v>
                </c:pt>
                <c:pt idx="524">
                  <c:v>0.5</c:v>
                </c:pt>
                <c:pt idx="525">
                  <c:v>0.374</c:v>
                </c:pt>
                <c:pt idx="526">
                  <c:v>0.649</c:v>
                </c:pt>
                <c:pt idx="527">
                  <c:v>0.676</c:v>
                </c:pt>
                <c:pt idx="528">
                  <c:v>0.688</c:v>
                </c:pt>
                <c:pt idx="529">
                  <c:v>0.541</c:v>
                </c:pt>
                <c:pt idx="530">
                  <c:v>0.671</c:v>
                </c:pt>
                <c:pt idx="531">
                  <c:v>0.695</c:v>
                </c:pt>
                <c:pt idx="532">
                  <c:v>0.581</c:v>
                </c:pt>
                <c:pt idx="533">
                  <c:v>0.646</c:v>
                </c:pt>
                <c:pt idx="534">
                  <c:v>0.467</c:v>
                </c:pt>
                <c:pt idx="535">
                  <c:v>0.521</c:v>
                </c:pt>
                <c:pt idx="536">
                  <c:v>0.432</c:v>
                </c:pt>
                <c:pt idx="537">
                  <c:v>0.854</c:v>
                </c:pt>
                <c:pt idx="538">
                  <c:v>0.875</c:v>
                </c:pt>
                <c:pt idx="539">
                  <c:v>0.606</c:v>
                </c:pt>
                <c:pt idx="540">
                  <c:v>0.337</c:v>
                </c:pt>
                <c:pt idx="541">
                  <c:v>0.807</c:v>
                </c:pt>
                <c:pt idx="542">
                  <c:v>0.494</c:v>
                </c:pt>
                <c:pt idx="543">
                  <c:v>0.399</c:v>
                </c:pt>
                <c:pt idx="544">
                  <c:v>0.638</c:v>
                </c:pt>
                <c:pt idx="545">
                  <c:v>0.721</c:v>
                </c:pt>
                <c:pt idx="546">
                  <c:v>0.86</c:v>
                </c:pt>
                <c:pt idx="547">
                  <c:v>0.499</c:v>
                </c:pt>
                <c:pt idx="548">
                  <c:v>0.0653</c:v>
                </c:pt>
                <c:pt idx="549">
                  <c:v>0.554</c:v>
                </c:pt>
                <c:pt idx="550">
                  <c:v>0.393</c:v>
                </c:pt>
                <c:pt idx="551">
                  <c:v>0.616</c:v>
                </c:pt>
                <c:pt idx="552">
                  <c:v>0.335</c:v>
                </c:pt>
                <c:pt idx="553">
                  <c:v>0.463</c:v>
                </c:pt>
                <c:pt idx="554">
                  <c:v>0.802</c:v>
                </c:pt>
                <c:pt idx="555">
                  <c:v>0.631</c:v>
                </c:pt>
                <c:pt idx="556">
                  <c:v>0.501</c:v>
                </c:pt>
                <c:pt idx="557">
                  <c:v>0.363</c:v>
                </c:pt>
                <c:pt idx="558">
                  <c:v>0.884</c:v>
                </c:pt>
                <c:pt idx="559">
                  <c:v>0.728</c:v>
                </c:pt>
                <c:pt idx="560">
                  <c:v>0.355</c:v>
                </c:pt>
                <c:pt idx="561">
                  <c:v>0.383</c:v>
                </c:pt>
                <c:pt idx="562">
                  <c:v>0.576</c:v>
                </c:pt>
                <c:pt idx="563">
                  <c:v>0.682</c:v>
                </c:pt>
                <c:pt idx="564">
                  <c:v>0.53</c:v>
                </c:pt>
                <c:pt idx="565">
                  <c:v>0.628</c:v>
                </c:pt>
                <c:pt idx="566">
                  <c:v>0.635</c:v>
                </c:pt>
                <c:pt idx="567">
                  <c:v>0.741</c:v>
                </c:pt>
                <c:pt idx="568">
                  <c:v>0.778</c:v>
                </c:pt>
                <c:pt idx="569">
                  <c:v>0.673</c:v>
                </c:pt>
                <c:pt idx="570">
                  <c:v>0.795</c:v>
                </c:pt>
                <c:pt idx="571">
                  <c:v>0.752</c:v>
                </c:pt>
                <c:pt idx="572">
                  <c:v>0.524</c:v>
                </c:pt>
                <c:pt idx="573">
                  <c:v>0.194</c:v>
                </c:pt>
                <c:pt idx="574">
                  <c:v>0.44</c:v>
                </c:pt>
                <c:pt idx="575">
                  <c:v>0.522</c:v>
                </c:pt>
                <c:pt idx="576">
                  <c:v>0.656</c:v>
                </c:pt>
                <c:pt idx="577">
                  <c:v>0.432</c:v>
                </c:pt>
                <c:pt idx="578">
                  <c:v>0.559</c:v>
                </c:pt>
                <c:pt idx="579">
                  <c:v>0.597</c:v>
                </c:pt>
                <c:pt idx="580">
                  <c:v>0.568</c:v>
                </c:pt>
                <c:pt idx="581">
                  <c:v>0.641</c:v>
                </c:pt>
                <c:pt idx="582">
                  <c:v>0.323</c:v>
                </c:pt>
                <c:pt idx="583">
                  <c:v>0.285</c:v>
                </c:pt>
                <c:pt idx="584">
                  <c:v>0.566</c:v>
                </c:pt>
                <c:pt idx="585">
                  <c:v>0.68</c:v>
                </c:pt>
                <c:pt idx="586">
                  <c:v>0.553</c:v>
                </c:pt>
                <c:pt idx="587">
                  <c:v>0.63</c:v>
                </c:pt>
                <c:pt idx="588">
                  <c:v>0.463</c:v>
                </c:pt>
                <c:pt idx="589">
                  <c:v>0.797</c:v>
                </c:pt>
                <c:pt idx="590">
                  <c:v>0.816</c:v>
                </c:pt>
                <c:pt idx="591">
                  <c:v>0.71</c:v>
                </c:pt>
                <c:pt idx="592">
                  <c:v>0.533</c:v>
                </c:pt>
                <c:pt idx="593">
                  <c:v>0.716</c:v>
                </c:pt>
                <c:pt idx="594">
                  <c:v>0.515</c:v>
                </c:pt>
                <c:pt idx="595">
                  <c:v>0.581</c:v>
                </c:pt>
                <c:pt idx="596">
                  <c:v>0.294</c:v>
                </c:pt>
                <c:pt idx="597">
                  <c:v>0.545</c:v>
                </c:pt>
                <c:pt idx="598">
                  <c:v>0.197</c:v>
                </c:pt>
                <c:pt idx="599">
                  <c:v>0.591</c:v>
                </c:pt>
                <c:pt idx="600">
                  <c:v>0.772</c:v>
                </c:pt>
                <c:pt idx="601">
                  <c:v>0.679</c:v>
                </c:pt>
                <c:pt idx="602">
                  <c:v>0.604</c:v>
                </c:pt>
                <c:pt idx="603">
                  <c:v>0.28</c:v>
                </c:pt>
                <c:pt idx="604">
                  <c:v>0.201</c:v>
                </c:pt>
                <c:pt idx="605">
                  <c:v>0.838</c:v>
                </c:pt>
                <c:pt idx="606">
                  <c:v>0.417</c:v>
                </c:pt>
                <c:pt idx="607">
                  <c:v>0.577</c:v>
                </c:pt>
                <c:pt idx="608">
                  <c:v>0.744</c:v>
                </c:pt>
                <c:pt idx="609">
                  <c:v>0.472</c:v>
                </c:pt>
                <c:pt idx="610">
                  <c:v>0.213</c:v>
                </c:pt>
                <c:pt idx="611">
                  <c:v>0.471</c:v>
                </c:pt>
                <c:pt idx="612">
                  <c:v>0.633</c:v>
                </c:pt>
                <c:pt idx="613">
                  <c:v>0.835</c:v>
                </c:pt>
                <c:pt idx="614">
                  <c:v>0.322</c:v>
                </c:pt>
                <c:pt idx="615">
                  <c:v>0.587</c:v>
                </c:pt>
                <c:pt idx="616">
                  <c:v>0.689</c:v>
                </c:pt>
                <c:pt idx="617">
                  <c:v>0.69</c:v>
                </c:pt>
                <c:pt idx="618">
                  <c:v>0.722</c:v>
                </c:pt>
                <c:pt idx="619">
                  <c:v>0.815</c:v>
                </c:pt>
                <c:pt idx="620">
                  <c:v>0.457</c:v>
                </c:pt>
                <c:pt idx="621">
                  <c:v>0.443</c:v>
                </c:pt>
                <c:pt idx="622">
                  <c:v>0.245</c:v>
                </c:pt>
                <c:pt idx="623">
                  <c:v>0.313</c:v>
                </c:pt>
                <c:pt idx="624">
                  <c:v>0.576</c:v>
                </c:pt>
                <c:pt idx="625">
                  <c:v>0.184</c:v>
                </c:pt>
                <c:pt idx="626">
                  <c:v>0.841</c:v>
                </c:pt>
                <c:pt idx="627">
                  <c:v>0.709</c:v>
                </c:pt>
                <c:pt idx="628">
                  <c:v>0.57</c:v>
                </c:pt>
                <c:pt idx="629">
                  <c:v>0.731</c:v>
                </c:pt>
                <c:pt idx="630">
                  <c:v>0.836</c:v>
                </c:pt>
                <c:pt idx="631">
                  <c:v>0.599</c:v>
                </c:pt>
                <c:pt idx="632">
                  <c:v>0.623</c:v>
                </c:pt>
                <c:pt idx="633">
                  <c:v>0.807</c:v>
                </c:pt>
                <c:pt idx="634">
                  <c:v>0.745</c:v>
                </c:pt>
                <c:pt idx="635">
                  <c:v>0.712</c:v>
                </c:pt>
                <c:pt idx="636">
                  <c:v>0.588</c:v>
                </c:pt>
                <c:pt idx="637">
                  <c:v>0.634</c:v>
                </c:pt>
                <c:pt idx="638">
                  <c:v>0.809</c:v>
                </c:pt>
                <c:pt idx="639">
                  <c:v>0.698</c:v>
                </c:pt>
                <c:pt idx="640">
                  <c:v>0.443</c:v>
                </c:pt>
                <c:pt idx="641">
                  <c:v>0.746</c:v>
                </c:pt>
                <c:pt idx="642">
                  <c:v>0.449</c:v>
                </c:pt>
                <c:pt idx="643">
                  <c:v>0.568</c:v>
                </c:pt>
                <c:pt idx="644">
                  <c:v>0.665</c:v>
                </c:pt>
                <c:pt idx="645">
                  <c:v>0.736</c:v>
                </c:pt>
                <c:pt idx="646">
                  <c:v>0.35</c:v>
                </c:pt>
                <c:pt idx="647">
                  <c:v>0.179</c:v>
                </c:pt>
                <c:pt idx="648">
                  <c:v>0.419</c:v>
                </c:pt>
                <c:pt idx="649">
                  <c:v>0.461</c:v>
                </c:pt>
                <c:pt idx="650">
                  <c:v>0.672</c:v>
                </c:pt>
                <c:pt idx="651">
                  <c:v>0.597</c:v>
                </c:pt>
                <c:pt idx="652">
                  <c:v>0.609</c:v>
                </c:pt>
                <c:pt idx="653">
                  <c:v>0.668</c:v>
                </c:pt>
                <c:pt idx="654">
                  <c:v>0.158</c:v>
                </c:pt>
                <c:pt idx="655">
                  <c:v>0.731</c:v>
                </c:pt>
                <c:pt idx="656">
                  <c:v>0.361</c:v>
                </c:pt>
                <c:pt idx="657">
                  <c:v>0.476</c:v>
                </c:pt>
                <c:pt idx="658">
                  <c:v>0.71</c:v>
                </c:pt>
                <c:pt idx="659">
                  <c:v>0.293</c:v>
                </c:pt>
                <c:pt idx="660">
                  <c:v>0.735</c:v>
                </c:pt>
                <c:pt idx="661">
                  <c:v>0.69</c:v>
                </c:pt>
                <c:pt idx="662">
                  <c:v>0.364</c:v>
                </c:pt>
                <c:pt idx="663">
                  <c:v>0.593</c:v>
                </c:pt>
                <c:pt idx="664">
                  <c:v>0.452</c:v>
                </c:pt>
                <c:pt idx="665">
                  <c:v>0.618</c:v>
                </c:pt>
                <c:pt idx="666">
                  <c:v>0.79</c:v>
                </c:pt>
                <c:pt idx="667">
                  <c:v>0.46</c:v>
                </c:pt>
                <c:pt idx="668">
                  <c:v>0.689</c:v>
                </c:pt>
                <c:pt idx="669">
                  <c:v>0.639</c:v>
                </c:pt>
                <c:pt idx="670">
                  <c:v>0.574</c:v>
                </c:pt>
                <c:pt idx="671">
                  <c:v>0.685</c:v>
                </c:pt>
                <c:pt idx="672">
                  <c:v>0.582</c:v>
                </c:pt>
                <c:pt idx="673">
                  <c:v>0.878</c:v>
                </c:pt>
                <c:pt idx="674">
                  <c:v>0.398</c:v>
                </c:pt>
                <c:pt idx="675">
                  <c:v>0.497</c:v>
                </c:pt>
                <c:pt idx="676">
                  <c:v>0.787</c:v>
                </c:pt>
                <c:pt idx="677">
                  <c:v>0.492</c:v>
                </c:pt>
                <c:pt idx="678">
                  <c:v>0.558</c:v>
                </c:pt>
                <c:pt idx="679">
                  <c:v>0.458</c:v>
                </c:pt>
                <c:pt idx="680">
                  <c:v>0.785</c:v>
                </c:pt>
                <c:pt idx="681">
                  <c:v>0.495</c:v>
                </c:pt>
                <c:pt idx="682">
                  <c:v>0.806</c:v>
                </c:pt>
                <c:pt idx="683">
                  <c:v>0.388</c:v>
                </c:pt>
                <c:pt idx="684">
                  <c:v>0.802</c:v>
                </c:pt>
                <c:pt idx="685">
                  <c:v>0.553</c:v>
                </c:pt>
                <c:pt idx="686">
                  <c:v>0.863</c:v>
                </c:pt>
                <c:pt idx="687">
                  <c:v>0.661</c:v>
                </c:pt>
                <c:pt idx="688">
                  <c:v>0.414</c:v>
                </c:pt>
                <c:pt idx="689">
                  <c:v>0.514</c:v>
                </c:pt>
                <c:pt idx="690">
                  <c:v>0.503</c:v>
                </c:pt>
                <c:pt idx="691">
                  <c:v>0.459</c:v>
                </c:pt>
                <c:pt idx="692">
                  <c:v>0.539</c:v>
                </c:pt>
                <c:pt idx="693">
                  <c:v>0.8</c:v>
                </c:pt>
                <c:pt idx="694">
                  <c:v>0.407</c:v>
                </c:pt>
                <c:pt idx="695">
                  <c:v>0.764</c:v>
                </c:pt>
                <c:pt idx="696">
                  <c:v>0.71</c:v>
                </c:pt>
                <c:pt idx="697">
                  <c:v>0.632</c:v>
                </c:pt>
                <c:pt idx="698">
                  <c:v>0.294</c:v>
                </c:pt>
                <c:pt idx="699">
                  <c:v>0.451</c:v>
                </c:pt>
                <c:pt idx="700">
                  <c:v>0.769</c:v>
                </c:pt>
                <c:pt idx="701">
                  <c:v>0.632</c:v>
                </c:pt>
                <c:pt idx="702">
                  <c:v>0.697</c:v>
                </c:pt>
                <c:pt idx="703">
                  <c:v>0.352</c:v>
                </c:pt>
                <c:pt idx="704">
                  <c:v>0.717</c:v>
                </c:pt>
                <c:pt idx="705">
                  <c:v>0.395</c:v>
                </c:pt>
                <c:pt idx="706">
                  <c:v>0.806</c:v>
                </c:pt>
                <c:pt idx="707">
                  <c:v>0.714</c:v>
                </c:pt>
                <c:pt idx="708">
                  <c:v>0.484</c:v>
                </c:pt>
                <c:pt idx="709">
                  <c:v>0.713</c:v>
                </c:pt>
                <c:pt idx="710">
                  <c:v>0.562</c:v>
                </c:pt>
                <c:pt idx="711">
                  <c:v>0.497</c:v>
                </c:pt>
                <c:pt idx="712">
                  <c:v>0.757</c:v>
                </c:pt>
                <c:pt idx="713">
                  <c:v>0.722</c:v>
                </c:pt>
                <c:pt idx="714">
                  <c:v>0.552</c:v>
                </c:pt>
                <c:pt idx="715">
                  <c:v>0.489</c:v>
                </c:pt>
                <c:pt idx="716">
                  <c:v>0.695</c:v>
                </c:pt>
                <c:pt idx="717">
                  <c:v>0.781</c:v>
                </c:pt>
                <c:pt idx="718">
                  <c:v>0.314</c:v>
                </c:pt>
                <c:pt idx="719">
                  <c:v>0.582</c:v>
                </c:pt>
                <c:pt idx="720">
                  <c:v>0.695</c:v>
                </c:pt>
                <c:pt idx="721">
                  <c:v>0.29</c:v>
                </c:pt>
                <c:pt idx="722">
                  <c:v>0.486</c:v>
                </c:pt>
                <c:pt idx="723">
                  <c:v>0.738</c:v>
                </c:pt>
                <c:pt idx="724">
                  <c:v>0.392</c:v>
                </c:pt>
                <c:pt idx="725">
                  <c:v>0.76</c:v>
                </c:pt>
                <c:pt idx="726">
                  <c:v>0.278</c:v>
                </c:pt>
                <c:pt idx="727">
                  <c:v>0.654</c:v>
                </c:pt>
                <c:pt idx="728">
                  <c:v>0.693</c:v>
                </c:pt>
                <c:pt idx="729">
                  <c:v>0.358</c:v>
                </c:pt>
                <c:pt idx="730">
                  <c:v>0.572</c:v>
                </c:pt>
                <c:pt idx="731">
                  <c:v>0.538</c:v>
                </c:pt>
                <c:pt idx="732">
                  <c:v>0.618</c:v>
                </c:pt>
                <c:pt idx="733">
                  <c:v>0.429</c:v>
                </c:pt>
                <c:pt idx="734">
                  <c:v>0.783</c:v>
                </c:pt>
                <c:pt idx="735">
                  <c:v>0.781</c:v>
                </c:pt>
                <c:pt idx="736">
                  <c:v>0.67</c:v>
                </c:pt>
                <c:pt idx="737">
                  <c:v>0.583</c:v>
                </c:pt>
                <c:pt idx="738">
                  <c:v>0.702</c:v>
                </c:pt>
                <c:pt idx="739">
                  <c:v>0.305</c:v>
                </c:pt>
                <c:pt idx="740">
                  <c:v>0.783</c:v>
                </c:pt>
                <c:pt idx="741">
                  <c:v>0.407</c:v>
                </c:pt>
                <c:pt idx="742">
                  <c:v>0.896</c:v>
                </c:pt>
                <c:pt idx="743">
                  <c:v>0.294</c:v>
                </c:pt>
                <c:pt idx="744">
                  <c:v>0.516</c:v>
                </c:pt>
                <c:pt idx="745">
                  <c:v>0.742</c:v>
                </c:pt>
                <c:pt idx="746">
                  <c:v>0.779</c:v>
                </c:pt>
                <c:pt idx="747">
                  <c:v>0.454</c:v>
                </c:pt>
                <c:pt idx="748">
                  <c:v>0.574</c:v>
                </c:pt>
                <c:pt idx="749">
                  <c:v>0.683</c:v>
                </c:pt>
                <c:pt idx="750">
                  <c:v>0.782</c:v>
                </c:pt>
                <c:pt idx="751">
                  <c:v>0.645</c:v>
                </c:pt>
                <c:pt idx="752">
                  <c:v>0.546</c:v>
                </c:pt>
                <c:pt idx="753">
                  <c:v>0.36</c:v>
                </c:pt>
                <c:pt idx="754">
                  <c:v>0.758</c:v>
                </c:pt>
                <c:pt idx="755">
                  <c:v>0.486</c:v>
                </c:pt>
                <c:pt idx="756">
                  <c:v>0.445</c:v>
                </c:pt>
                <c:pt idx="757">
                  <c:v>0.806</c:v>
                </c:pt>
                <c:pt idx="758">
                  <c:v>0.598</c:v>
                </c:pt>
                <c:pt idx="759">
                  <c:v>0.614</c:v>
                </c:pt>
                <c:pt idx="760">
                  <c:v>0.58</c:v>
                </c:pt>
                <c:pt idx="761">
                  <c:v>0.665</c:v>
                </c:pt>
                <c:pt idx="762">
                  <c:v>0.693</c:v>
                </c:pt>
                <c:pt idx="763">
                  <c:v>0.746</c:v>
                </c:pt>
                <c:pt idx="764">
                  <c:v>0.764</c:v>
                </c:pt>
                <c:pt idx="765">
                  <c:v>0.431</c:v>
                </c:pt>
                <c:pt idx="766">
                  <c:v>0.639</c:v>
                </c:pt>
                <c:pt idx="767">
                  <c:v>0.646</c:v>
                </c:pt>
                <c:pt idx="768">
                  <c:v>0.586</c:v>
                </c:pt>
                <c:pt idx="769">
                  <c:v>0.507</c:v>
                </c:pt>
                <c:pt idx="770">
                  <c:v>0.747</c:v>
                </c:pt>
                <c:pt idx="771">
                  <c:v>0.529</c:v>
                </c:pt>
                <c:pt idx="772">
                  <c:v>0.614</c:v>
                </c:pt>
                <c:pt idx="773">
                  <c:v>0.822</c:v>
                </c:pt>
                <c:pt idx="774">
                  <c:v>0.732</c:v>
                </c:pt>
                <c:pt idx="775">
                  <c:v>0.393</c:v>
                </c:pt>
                <c:pt idx="776">
                  <c:v>0.806</c:v>
                </c:pt>
                <c:pt idx="777">
                  <c:v>0.501</c:v>
                </c:pt>
                <c:pt idx="778">
                  <c:v>0.153</c:v>
                </c:pt>
                <c:pt idx="779">
                  <c:v>0.562</c:v>
                </c:pt>
                <c:pt idx="780">
                  <c:v>0.665</c:v>
                </c:pt>
                <c:pt idx="781">
                  <c:v>0.807</c:v>
                </c:pt>
                <c:pt idx="782">
                  <c:v>0.661</c:v>
                </c:pt>
                <c:pt idx="783">
                  <c:v>0.595</c:v>
                </c:pt>
                <c:pt idx="784">
                  <c:v>0.164</c:v>
                </c:pt>
                <c:pt idx="785">
                  <c:v>0.51</c:v>
                </c:pt>
                <c:pt idx="786">
                  <c:v>0.645</c:v>
                </c:pt>
                <c:pt idx="787">
                  <c:v>0.806</c:v>
                </c:pt>
                <c:pt idx="788">
                  <c:v>0.576</c:v>
                </c:pt>
                <c:pt idx="789">
                  <c:v>0.647</c:v>
                </c:pt>
                <c:pt idx="790">
                  <c:v>0.411</c:v>
                </c:pt>
                <c:pt idx="791">
                  <c:v>0.804</c:v>
                </c:pt>
                <c:pt idx="792">
                  <c:v>0.6</c:v>
                </c:pt>
                <c:pt idx="793">
                  <c:v>0.758</c:v>
                </c:pt>
                <c:pt idx="794">
                  <c:v>0.393</c:v>
                </c:pt>
                <c:pt idx="795">
                  <c:v>0.536</c:v>
                </c:pt>
                <c:pt idx="796">
                  <c:v>0.357</c:v>
                </c:pt>
                <c:pt idx="797">
                  <c:v>0.772</c:v>
                </c:pt>
                <c:pt idx="798">
                  <c:v>0.887</c:v>
                </c:pt>
                <c:pt idx="799">
                  <c:v>0.316</c:v>
                </c:pt>
                <c:pt idx="800">
                  <c:v>0.723</c:v>
                </c:pt>
                <c:pt idx="801">
                  <c:v>0.67</c:v>
                </c:pt>
                <c:pt idx="802">
                  <c:v>0.516</c:v>
                </c:pt>
                <c:pt idx="803">
                  <c:v>0.93</c:v>
                </c:pt>
                <c:pt idx="804">
                  <c:v>0.792</c:v>
                </c:pt>
                <c:pt idx="805">
                  <c:v>0.652</c:v>
                </c:pt>
                <c:pt idx="806">
                  <c:v>0.383</c:v>
                </c:pt>
                <c:pt idx="807">
                  <c:v>0.8</c:v>
                </c:pt>
                <c:pt idx="808">
                  <c:v>0.687</c:v>
                </c:pt>
                <c:pt idx="809">
                  <c:v>0.366</c:v>
                </c:pt>
                <c:pt idx="810">
                  <c:v>0.592</c:v>
                </c:pt>
                <c:pt idx="811">
                  <c:v>0.747</c:v>
                </c:pt>
                <c:pt idx="812">
                  <c:v>0.393</c:v>
                </c:pt>
                <c:pt idx="813">
                  <c:v>0.703</c:v>
                </c:pt>
                <c:pt idx="814">
                  <c:v>0.227</c:v>
                </c:pt>
                <c:pt idx="815">
                  <c:v>0.527</c:v>
                </c:pt>
                <c:pt idx="816">
                  <c:v>0.499</c:v>
                </c:pt>
                <c:pt idx="817">
                  <c:v>0.608</c:v>
                </c:pt>
                <c:pt idx="818">
                  <c:v>0.749</c:v>
                </c:pt>
                <c:pt idx="819">
                  <c:v>0.657</c:v>
                </c:pt>
                <c:pt idx="820">
                  <c:v>0.656</c:v>
                </c:pt>
                <c:pt idx="821">
                  <c:v>0.498</c:v>
                </c:pt>
                <c:pt idx="822">
                  <c:v>0.531</c:v>
                </c:pt>
                <c:pt idx="823">
                  <c:v>0.448</c:v>
                </c:pt>
                <c:pt idx="824">
                  <c:v>0.346</c:v>
                </c:pt>
                <c:pt idx="825">
                  <c:v>0.867</c:v>
                </c:pt>
                <c:pt idx="826">
                  <c:v>0.875</c:v>
                </c:pt>
                <c:pt idx="827">
                  <c:v>0.247</c:v>
                </c:pt>
                <c:pt idx="828">
                  <c:v>0.798</c:v>
                </c:pt>
                <c:pt idx="829">
                  <c:v>0.768</c:v>
                </c:pt>
                <c:pt idx="830">
                  <c:v>0.447</c:v>
                </c:pt>
                <c:pt idx="831">
                  <c:v>0.349</c:v>
                </c:pt>
                <c:pt idx="832">
                  <c:v>0.544</c:v>
                </c:pt>
                <c:pt idx="833">
                  <c:v>0.658</c:v>
                </c:pt>
                <c:pt idx="834">
                  <c:v>0.56</c:v>
                </c:pt>
                <c:pt idx="835">
                  <c:v>0.452</c:v>
                </c:pt>
                <c:pt idx="836">
                  <c:v>0.631</c:v>
                </c:pt>
                <c:pt idx="837">
                  <c:v>0.567</c:v>
                </c:pt>
                <c:pt idx="838">
                  <c:v>0.0697</c:v>
                </c:pt>
                <c:pt idx="839">
                  <c:v>0.76</c:v>
                </c:pt>
                <c:pt idx="840">
                  <c:v>0.498</c:v>
                </c:pt>
                <c:pt idx="841">
                  <c:v>0.228</c:v>
                </c:pt>
                <c:pt idx="842">
                  <c:v>0.402</c:v>
                </c:pt>
                <c:pt idx="843">
                  <c:v>0.528</c:v>
                </c:pt>
                <c:pt idx="844">
                  <c:v>0.717</c:v>
                </c:pt>
                <c:pt idx="845">
                  <c:v>0.164</c:v>
                </c:pt>
                <c:pt idx="846">
                  <c:v>0.85</c:v>
                </c:pt>
                <c:pt idx="847">
                  <c:v>0.557</c:v>
                </c:pt>
                <c:pt idx="848">
                  <c:v>0.562</c:v>
                </c:pt>
                <c:pt idx="849">
                  <c:v>0.47</c:v>
                </c:pt>
                <c:pt idx="850">
                  <c:v>0.694</c:v>
                </c:pt>
                <c:pt idx="851">
                  <c:v>0.613</c:v>
                </c:pt>
                <c:pt idx="852">
                  <c:v>0.26</c:v>
                </c:pt>
                <c:pt idx="853">
                  <c:v>0.368</c:v>
                </c:pt>
                <c:pt idx="854">
                  <c:v>0.523</c:v>
                </c:pt>
                <c:pt idx="855">
                  <c:v>0.399</c:v>
                </c:pt>
                <c:pt idx="856">
                  <c:v>0.789</c:v>
                </c:pt>
                <c:pt idx="857">
                  <c:v>0.418</c:v>
                </c:pt>
                <c:pt idx="858">
                  <c:v>0.766</c:v>
                </c:pt>
                <c:pt idx="859">
                  <c:v>0.23</c:v>
                </c:pt>
                <c:pt idx="860">
                  <c:v>0.565</c:v>
                </c:pt>
                <c:pt idx="861">
                  <c:v>0.714</c:v>
                </c:pt>
                <c:pt idx="862">
                  <c:v>0.738</c:v>
                </c:pt>
                <c:pt idx="863">
                  <c:v>0.211</c:v>
                </c:pt>
                <c:pt idx="864">
                  <c:v>0.637</c:v>
                </c:pt>
                <c:pt idx="865">
                  <c:v>0.604</c:v>
                </c:pt>
                <c:pt idx="866">
                  <c:v>0.746</c:v>
                </c:pt>
                <c:pt idx="867">
                  <c:v>0.763</c:v>
                </c:pt>
                <c:pt idx="868">
                  <c:v>0.305</c:v>
                </c:pt>
                <c:pt idx="869">
                  <c:v>0.796</c:v>
                </c:pt>
                <c:pt idx="870">
                  <c:v>0.652</c:v>
                </c:pt>
                <c:pt idx="871">
                  <c:v>0.548</c:v>
                </c:pt>
                <c:pt idx="872">
                  <c:v>0.741</c:v>
                </c:pt>
                <c:pt idx="873">
                  <c:v>0.613</c:v>
                </c:pt>
                <c:pt idx="874">
                  <c:v>0.553</c:v>
                </c:pt>
                <c:pt idx="875">
                  <c:v>0.693</c:v>
                </c:pt>
                <c:pt idx="876">
                  <c:v>0.572</c:v>
                </c:pt>
                <c:pt idx="877">
                  <c:v>0.315</c:v>
                </c:pt>
                <c:pt idx="878">
                  <c:v>0.596</c:v>
                </c:pt>
                <c:pt idx="879">
                  <c:v>0.269</c:v>
                </c:pt>
                <c:pt idx="880">
                  <c:v>0.518</c:v>
                </c:pt>
                <c:pt idx="881">
                  <c:v>0.775</c:v>
                </c:pt>
                <c:pt idx="882">
                  <c:v>0.648</c:v>
                </c:pt>
                <c:pt idx="883">
                  <c:v>0.393</c:v>
                </c:pt>
                <c:pt idx="884">
                  <c:v>0.633</c:v>
                </c:pt>
                <c:pt idx="885">
                  <c:v>0.49</c:v>
                </c:pt>
                <c:pt idx="886">
                  <c:v>0.686</c:v>
                </c:pt>
                <c:pt idx="887">
                  <c:v>0.121</c:v>
                </c:pt>
                <c:pt idx="888">
                  <c:v>0.167</c:v>
                </c:pt>
                <c:pt idx="889">
                  <c:v>0.179</c:v>
                </c:pt>
                <c:pt idx="890">
                  <c:v>0.759</c:v>
                </c:pt>
                <c:pt idx="891">
                  <c:v>0.191</c:v>
                </c:pt>
                <c:pt idx="892">
                  <c:v>0.737</c:v>
                </c:pt>
                <c:pt idx="893">
                  <c:v>0.751</c:v>
                </c:pt>
                <c:pt idx="894">
                  <c:v>0.725</c:v>
                </c:pt>
                <c:pt idx="895">
                  <c:v>0.522</c:v>
                </c:pt>
                <c:pt idx="896">
                  <c:v>0.696</c:v>
                </c:pt>
                <c:pt idx="897">
                  <c:v>0.43</c:v>
                </c:pt>
                <c:pt idx="898">
                  <c:v>0.332</c:v>
                </c:pt>
                <c:pt idx="899">
                  <c:v>0.708</c:v>
                </c:pt>
                <c:pt idx="900">
                  <c:v>0.653</c:v>
                </c:pt>
                <c:pt idx="901">
                  <c:v>0.523</c:v>
                </c:pt>
                <c:pt idx="902">
                  <c:v>0.398</c:v>
                </c:pt>
                <c:pt idx="903">
                  <c:v>0.713</c:v>
                </c:pt>
                <c:pt idx="904">
                  <c:v>0.318</c:v>
                </c:pt>
                <c:pt idx="905">
                  <c:v>0.582</c:v>
                </c:pt>
                <c:pt idx="906">
                  <c:v>0.615</c:v>
                </c:pt>
                <c:pt idx="907">
                  <c:v>0.634</c:v>
                </c:pt>
                <c:pt idx="908">
                  <c:v>0.513</c:v>
                </c:pt>
                <c:pt idx="909">
                  <c:v>0.487</c:v>
                </c:pt>
                <c:pt idx="910">
                  <c:v>0.355</c:v>
                </c:pt>
                <c:pt idx="911">
                  <c:v>0.773</c:v>
                </c:pt>
                <c:pt idx="912">
                  <c:v>0.428</c:v>
                </c:pt>
                <c:pt idx="913">
                  <c:v>0.841</c:v>
                </c:pt>
                <c:pt idx="914">
                  <c:v>0.421</c:v>
                </c:pt>
                <c:pt idx="915">
                  <c:v>0.163</c:v>
                </c:pt>
                <c:pt idx="916">
                  <c:v>0.658</c:v>
                </c:pt>
                <c:pt idx="917">
                  <c:v>0.338</c:v>
                </c:pt>
                <c:pt idx="918">
                  <c:v>0.535</c:v>
                </c:pt>
                <c:pt idx="919">
                  <c:v>0.518</c:v>
                </c:pt>
                <c:pt idx="920">
                  <c:v>0.661</c:v>
                </c:pt>
                <c:pt idx="921">
                  <c:v>0.757</c:v>
                </c:pt>
                <c:pt idx="922">
                  <c:v>0.699</c:v>
                </c:pt>
                <c:pt idx="923">
                  <c:v>0.197</c:v>
                </c:pt>
                <c:pt idx="924">
                  <c:v>0.772</c:v>
                </c:pt>
                <c:pt idx="925">
                  <c:v>0.268</c:v>
                </c:pt>
                <c:pt idx="926">
                  <c:v>0.594</c:v>
                </c:pt>
                <c:pt idx="927">
                  <c:v>0.504</c:v>
                </c:pt>
                <c:pt idx="928">
                  <c:v>0.332</c:v>
                </c:pt>
                <c:pt idx="929">
                  <c:v>0.645</c:v>
                </c:pt>
                <c:pt idx="930">
                  <c:v>0.537</c:v>
                </c:pt>
                <c:pt idx="931">
                  <c:v>0.787</c:v>
                </c:pt>
                <c:pt idx="932">
                  <c:v>0.815</c:v>
                </c:pt>
                <c:pt idx="933">
                  <c:v>0.342</c:v>
                </c:pt>
                <c:pt idx="934">
                  <c:v>0.486</c:v>
                </c:pt>
                <c:pt idx="935">
                  <c:v>0.448</c:v>
                </c:pt>
                <c:pt idx="936">
                  <c:v>0.694</c:v>
                </c:pt>
                <c:pt idx="937">
                  <c:v>0.212</c:v>
                </c:pt>
                <c:pt idx="938">
                  <c:v>0.66</c:v>
                </c:pt>
                <c:pt idx="939">
                  <c:v>0.693</c:v>
                </c:pt>
                <c:pt idx="940">
                  <c:v>0.3</c:v>
                </c:pt>
                <c:pt idx="941">
                  <c:v>0.553</c:v>
                </c:pt>
                <c:pt idx="942">
                  <c:v>0.504</c:v>
                </c:pt>
                <c:pt idx="943">
                  <c:v>0.304</c:v>
                </c:pt>
                <c:pt idx="944">
                  <c:v>0.832</c:v>
                </c:pt>
                <c:pt idx="945">
                  <c:v>0.602</c:v>
                </c:pt>
                <c:pt idx="946">
                  <c:v>0.611</c:v>
                </c:pt>
                <c:pt idx="947">
                  <c:v>0.259</c:v>
                </c:pt>
                <c:pt idx="948">
                  <c:v>0.876</c:v>
                </c:pt>
                <c:pt idx="949">
                  <c:v>0.776</c:v>
                </c:pt>
                <c:pt idx="950">
                  <c:v>0.731</c:v>
                </c:pt>
                <c:pt idx="951">
                  <c:v>0.804</c:v>
                </c:pt>
                <c:pt idx="952">
                  <c:v>0.525</c:v>
                </c:pt>
                <c:pt idx="953">
                  <c:v>0.387</c:v>
                </c:pt>
                <c:pt idx="954">
                  <c:v>0.622</c:v>
                </c:pt>
                <c:pt idx="955">
                  <c:v>0.527</c:v>
                </c:pt>
                <c:pt idx="956">
                  <c:v>0.327</c:v>
                </c:pt>
                <c:pt idx="957">
                  <c:v>0.646</c:v>
                </c:pt>
                <c:pt idx="958">
                  <c:v>0.801</c:v>
                </c:pt>
                <c:pt idx="959">
                  <c:v>0.488</c:v>
                </c:pt>
                <c:pt idx="960">
                  <c:v>0.371</c:v>
                </c:pt>
                <c:pt idx="961">
                  <c:v>0.864</c:v>
                </c:pt>
                <c:pt idx="962">
                  <c:v>0.787</c:v>
                </c:pt>
                <c:pt idx="963">
                  <c:v>0.704</c:v>
                </c:pt>
                <c:pt idx="964">
                  <c:v>0.196</c:v>
                </c:pt>
                <c:pt idx="965">
                  <c:v>0.309</c:v>
                </c:pt>
                <c:pt idx="966">
                  <c:v>0.477</c:v>
                </c:pt>
                <c:pt idx="967">
                  <c:v>0.422</c:v>
                </c:pt>
                <c:pt idx="968">
                  <c:v>0.636</c:v>
                </c:pt>
                <c:pt idx="969">
                  <c:v>0.546</c:v>
                </c:pt>
                <c:pt idx="970">
                  <c:v>0.575</c:v>
                </c:pt>
                <c:pt idx="971">
                  <c:v>0.552</c:v>
                </c:pt>
                <c:pt idx="972">
                  <c:v>0.538</c:v>
                </c:pt>
                <c:pt idx="973">
                  <c:v>0.553</c:v>
                </c:pt>
                <c:pt idx="974">
                  <c:v>0.537</c:v>
                </c:pt>
                <c:pt idx="975">
                  <c:v>0</c:v>
                </c:pt>
                <c:pt idx="976">
                  <c:v>0.383</c:v>
                </c:pt>
                <c:pt idx="977">
                  <c:v>0.177</c:v>
                </c:pt>
                <c:pt idx="978">
                  <c:v>0.744</c:v>
                </c:pt>
                <c:pt idx="979">
                  <c:v>0.686</c:v>
                </c:pt>
                <c:pt idx="980">
                  <c:v>0.399</c:v>
                </c:pt>
                <c:pt idx="981">
                  <c:v>0.608</c:v>
                </c:pt>
                <c:pt idx="982">
                  <c:v>0.5</c:v>
                </c:pt>
                <c:pt idx="983">
                  <c:v>0.609</c:v>
                </c:pt>
                <c:pt idx="984">
                  <c:v>0.726</c:v>
                </c:pt>
                <c:pt idx="985">
                  <c:v>0.603</c:v>
                </c:pt>
                <c:pt idx="986">
                  <c:v>0.754</c:v>
                </c:pt>
                <c:pt idx="987">
                  <c:v>0.549</c:v>
                </c:pt>
                <c:pt idx="988">
                  <c:v>0.889</c:v>
                </c:pt>
                <c:pt idx="989">
                  <c:v>0.646</c:v>
                </c:pt>
                <c:pt idx="990">
                  <c:v>0.487</c:v>
                </c:pt>
                <c:pt idx="991">
                  <c:v>0.658</c:v>
                </c:pt>
                <c:pt idx="992">
                  <c:v>0.306</c:v>
                </c:pt>
                <c:pt idx="993">
                  <c:v>0.619</c:v>
                </c:pt>
                <c:pt idx="994">
                  <c:v>0.295</c:v>
                </c:pt>
                <c:pt idx="995">
                  <c:v>0.529</c:v>
                </c:pt>
                <c:pt idx="996">
                  <c:v>0.744</c:v>
                </c:pt>
                <c:pt idx="997">
                  <c:v>0.718</c:v>
                </c:pt>
                <c:pt idx="998">
                  <c:v>0.492</c:v>
                </c:pt>
                <c:pt idx="999">
                  <c:v>0.427</c:v>
                </c:pt>
                <c:pt idx="1000">
                  <c:v>0.662</c:v>
                </c:pt>
                <c:pt idx="1001">
                  <c:v>0.64</c:v>
                </c:pt>
                <c:pt idx="1002">
                  <c:v>0.679</c:v>
                </c:pt>
                <c:pt idx="1003">
                  <c:v>0.43</c:v>
                </c:pt>
                <c:pt idx="1004">
                  <c:v>0.721</c:v>
                </c:pt>
                <c:pt idx="1005">
                  <c:v>0.621</c:v>
                </c:pt>
                <c:pt idx="1006">
                  <c:v>0.826</c:v>
                </c:pt>
                <c:pt idx="1007">
                  <c:v>0.693</c:v>
                </c:pt>
                <c:pt idx="1008">
                  <c:v>0.632</c:v>
                </c:pt>
                <c:pt idx="1009">
                  <c:v>0.39</c:v>
                </c:pt>
                <c:pt idx="1010">
                  <c:v>0.585</c:v>
                </c:pt>
                <c:pt idx="1011">
                  <c:v>0.306</c:v>
                </c:pt>
                <c:pt idx="1012">
                  <c:v>0.629</c:v>
                </c:pt>
                <c:pt idx="1013">
                  <c:v>0.81</c:v>
                </c:pt>
                <c:pt idx="1014">
                  <c:v>0.524</c:v>
                </c:pt>
                <c:pt idx="1015">
                  <c:v>0.653</c:v>
                </c:pt>
                <c:pt idx="1016">
                  <c:v>0.578</c:v>
                </c:pt>
                <c:pt idx="1017">
                  <c:v>0.674</c:v>
                </c:pt>
                <c:pt idx="1018">
                  <c:v>0.649</c:v>
                </c:pt>
                <c:pt idx="1019">
                  <c:v>0</c:v>
                </c:pt>
                <c:pt idx="1020">
                  <c:v>0.617</c:v>
                </c:pt>
                <c:pt idx="1021">
                  <c:v>0.14</c:v>
                </c:pt>
                <c:pt idx="1022">
                  <c:v>0.716</c:v>
                </c:pt>
                <c:pt idx="1023">
                  <c:v>0.495</c:v>
                </c:pt>
                <c:pt idx="1024">
                  <c:v>0.236</c:v>
                </c:pt>
                <c:pt idx="1025">
                  <c:v>0.564</c:v>
                </c:pt>
                <c:pt idx="1026">
                  <c:v>0.367</c:v>
                </c:pt>
                <c:pt idx="1027">
                  <c:v>0.277</c:v>
                </c:pt>
                <c:pt idx="1028">
                  <c:v>0.428</c:v>
                </c:pt>
                <c:pt idx="1029">
                  <c:v>0.256</c:v>
                </c:pt>
                <c:pt idx="1030">
                  <c:v>0.84</c:v>
                </c:pt>
                <c:pt idx="1031">
                  <c:v>0.472</c:v>
                </c:pt>
                <c:pt idx="1032">
                  <c:v>0.594</c:v>
                </c:pt>
                <c:pt idx="1033">
                  <c:v>0.484</c:v>
                </c:pt>
                <c:pt idx="1034">
                  <c:v>0.638</c:v>
                </c:pt>
                <c:pt idx="1035">
                  <c:v>0.523</c:v>
                </c:pt>
                <c:pt idx="1036">
                  <c:v>0.613</c:v>
                </c:pt>
                <c:pt idx="1037">
                  <c:v>0.5</c:v>
                </c:pt>
                <c:pt idx="1038">
                  <c:v>0.254</c:v>
                </c:pt>
                <c:pt idx="1039">
                  <c:v>0.812</c:v>
                </c:pt>
                <c:pt idx="1040">
                  <c:v>0.677</c:v>
                </c:pt>
                <c:pt idx="1041">
                  <c:v>0.49</c:v>
                </c:pt>
                <c:pt idx="1042">
                  <c:v>0.252</c:v>
                </c:pt>
                <c:pt idx="1043">
                  <c:v>0.554</c:v>
                </c:pt>
                <c:pt idx="1044">
                  <c:v>0.568</c:v>
                </c:pt>
                <c:pt idx="1045">
                  <c:v>0.329</c:v>
                </c:pt>
                <c:pt idx="1046">
                  <c:v>0.657</c:v>
                </c:pt>
                <c:pt idx="1047">
                  <c:v>0.773</c:v>
                </c:pt>
                <c:pt idx="1048">
                  <c:v>0.603</c:v>
                </c:pt>
                <c:pt idx="1049">
                  <c:v>0.542</c:v>
                </c:pt>
                <c:pt idx="1050">
                  <c:v>0.651</c:v>
                </c:pt>
                <c:pt idx="1051">
                  <c:v>0.284</c:v>
                </c:pt>
                <c:pt idx="1052">
                  <c:v>0.728</c:v>
                </c:pt>
                <c:pt idx="1053">
                  <c:v>0.69</c:v>
                </c:pt>
                <c:pt idx="1054">
                  <c:v>0.718</c:v>
                </c:pt>
                <c:pt idx="1055">
                  <c:v>0.514</c:v>
                </c:pt>
                <c:pt idx="1056">
                  <c:v>0.633</c:v>
                </c:pt>
                <c:pt idx="1057">
                  <c:v>0.377</c:v>
                </c:pt>
                <c:pt idx="1058">
                  <c:v>0.589</c:v>
                </c:pt>
                <c:pt idx="1059">
                  <c:v>0.475</c:v>
                </c:pt>
                <c:pt idx="1060">
                  <c:v>0.709</c:v>
                </c:pt>
                <c:pt idx="1061">
                  <c:v>0.524</c:v>
                </c:pt>
                <c:pt idx="1062">
                  <c:v>0.71</c:v>
                </c:pt>
                <c:pt idx="1063">
                  <c:v>0.454</c:v>
                </c:pt>
                <c:pt idx="1064">
                  <c:v>0.443</c:v>
                </c:pt>
                <c:pt idx="1065">
                  <c:v>0.42</c:v>
                </c:pt>
                <c:pt idx="1066">
                  <c:v>0.668</c:v>
                </c:pt>
                <c:pt idx="1067">
                  <c:v>0.738</c:v>
                </c:pt>
                <c:pt idx="1068">
                  <c:v>0.725</c:v>
                </c:pt>
                <c:pt idx="1069">
                  <c:v>0.64</c:v>
                </c:pt>
                <c:pt idx="1070">
                  <c:v>0.451</c:v>
                </c:pt>
                <c:pt idx="1071">
                  <c:v>0.772</c:v>
                </c:pt>
                <c:pt idx="1072">
                  <c:v>0.475</c:v>
                </c:pt>
                <c:pt idx="1073">
                  <c:v>0.7</c:v>
                </c:pt>
                <c:pt idx="1074">
                  <c:v>0.527</c:v>
                </c:pt>
                <c:pt idx="1075">
                  <c:v>0.166</c:v>
                </c:pt>
                <c:pt idx="1076">
                  <c:v>0.584</c:v>
                </c:pt>
                <c:pt idx="1077">
                  <c:v>0.647</c:v>
                </c:pt>
                <c:pt idx="1078">
                  <c:v>0.692</c:v>
                </c:pt>
                <c:pt idx="1079">
                  <c:v>0.738</c:v>
                </c:pt>
                <c:pt idx="1080">
                  <c:v>0.627</c:v>
                </c:pt>
                <c:pt idx="1081">
                  <c:v>0.625</c:v>
                </c:pt>
                <c:pt idx="1082">
                  <c:v>0.535</c:v>
                </c:pt>
                <c:pt idx="1083">
                  <c:v>0.502</c:v>
                </c:pt>
                <c:pt idx="1084">
                  <c:v>0.687</c:v>
                </c:pt>
                <c:pt idx="1085">
                  <c:v>0.407</c:v>
                </c:pt>
                <c:pt idx="1086">
                  <c:v>0.221</c:v>
                </c:pt>
                <c:pt idx="1087">
                  <c:v>0.838</c:v>
                </c:pt>
                <c:pt idx="1088">
                  <c:v>0.511</c:v>
                </c:pt>
                <c:pt idx="1089">
                  <c:v>0.766</c:v>
                </c:pt>
                <c:pt idx="1090">
                  <c:v>0.609</c:v>
                </c:pt>
                <c:pt idx="1091">
                  <c:v>0.362</c:v>
                </c:pt>
                <c:pt idx="1092">
                  <c:v>0.725</c:v>
                </c:pt>
                <c:pt idx="1093">
                  <c:v>0.442</c:v>
                </c:pt>
                <c:pt idx="1094">
                  <c:v>0.744</c:v>
                </c:pt>
                <c:pt idx="1095">
                  <c:v>0.516</c:v>
                </c:pt>
                <c:pt idx="1096">
                  <c:v>0.627</c:v>
                </c:pt>
                <c:pt idx="1097">
                  <c:v>0.442</c:v>
                </c:pt>
                <c:pt idx="1098">
                  <c:v>0.9</c:v>
                </c:pt>
                <c:pt idx="1099">
                  <c:v>0.62</c:v>
                </c:pt>
                <c:pt idx="1100">
                  <c:v>0.865</c:v>
                </c:pt>
                <c:pt idx="1101">
                  <c:v>0.426</c:v>
                </c:pt>
                <c:pt idx="1102">
                  <c:v>0.297</c:v>
                </c:pt>
                <c:pt idx="1103">
                  <c:v>0.737</c:v>
                </c:pt>
                <c:pt idx="1104">
                  <c:v>0.504</c:v>
                </c:pt>
                <c:pt idx="1105">
                  <c:v>0.826</c:v>
                </c:pt>
                <c:pt idx="1106">
                  <c:v>0.879</c:v>
                </c:pt>
                <c:pt idx="1107">
                  <c:v>0.469</c:v>
                </c:pt>
                <c:pt idx="1108">
                  <c:v>0.651</c:v>
                </c:pt>
                <c:pt idx="1109">
                  <c:v>0.723</c:v>
                </c:pt>
                <c:pt idx="1110">
                  <c:v>0.175</c:v>
                </c:pt>
                <c:pt idx="1111">
                  <c:v>0.519</c:v>
                </c:pt>
                <c:pt idx="1112">
                  <c:v>0.442</c:v>
                </c:pt>
                <c:pt idx="1113">
                  <c:v>0.389</c:v>
                </c:pt>
                <c:pt idx="1114">
                  <c:v>0.175</c:v>
                </c:pt>
                <c:pt idx="1115">
                  <c:v>0.475</c:v>
                </c:pt>
                <c:pt idx="1116">
                  <c:v>0.191</c:v>
                </c:pt>
                <c:pt idx="1117">
                  <c:v>0.478</c:v>
                </c:pt>
                <c:pt idx="1118">
                  <c:v>0.709</c:v>
                </c:pt>
                <c:pt idx="1119">
                  <c:v>0.551</c:v>
                </c:pt>
                <c:pt idx="1120">
                  <c:v>0.629</c:v>
                </c:pt>
                <c:pt idx="1121">
                  <c:v>0.806</c:v>
                </c:pt>
                <c:pt idx="1122">
                  <c:v>0.72</c:v>
                </c:pt>
                <c:pt idx="1123">
                  <c:v>0.503</c:v>
                </c:pt>
                <c:pt idx="1124">
                  <c:v>0.603</c:v>
                </c:pt>
                <c:pt idx="1125">
                  <c:v>0.809</c:v>
                </c:pt>
                <c:pt idx="1126">
                  <c:v>0.603</c:v>
                </c:pt>
                <c:pt idx="1127">
                  <c:v>0.241</c:v>
                </c:pt>
                <c:pt idx="1128">
                  <c:v>0.444</c:v>
                </c:pt>
                <c:pt idx="1129">
                  <c:v>0.769</c:v>
                </c:pt>
                <c:pt idx="1130">
                  <c:v>0.515</c:v>
                </c:pt>
                <c:pt idx="1131">
                  <c:v>0.629</c:v>
                </c:pt>
                <c:pt idx="1132">
                  <c:v>0.56</c:v>
                </c:pt>
                <c:pt idx="1133">
                  <c:v>0.421</c:v>
                </c:pt>
                <c:pt idx="1134">
                  <c:v>0.64</c:v>
                </c:pt>
                <c:pt idx="1135">
                  <c:v>0.535</c:v>
                </c:pt>
                <c:pt idx="1136">
                  <c:v>0.488</c:v>
                </c:pt>
                <c:pt idx="1137">
                  <c:v>0.413</c:v>
                </c:pt>
                <c:pt idx="1138">
                  <c:v>0.426</c:v>
                </c:pt>
                <c:pt idx="1139">
                  <c:v>0.395</c:v>
                </c:pt>
                <c:pt idx="1140">
                  <c:v>0.314</c:v>
                </c:pt>
                <c:pt idx="1141">
                  <c:v>0.446</c:v>
                </c:pt>
                <c:pt idx="1142">
                  <c:v>0.516</c:v>
                </c:pt>
                <c:pt idx="1143">
                  <c:v>0.804</c:v>
                </c:pt>
                <c:pt idx="1144">
                  <c:v>0.538</c:v>
                </c:pt>
                <c:pt idx="1145">
                  <c:v>0.303</c:v>
                </c:pt>
                <c:pt idx="1146">
                  <c:v>0.776</c:v>
                </c:pt>
                <c:pt idx="1147">
                  <c:v>0.641</c:v>
                </c:pt>
                <c:pt idx="1148">
                  <c:v>0.605</c:v>
                </c:pt>
                <c:pt idx="1149">
                  <c:v>0.666</c:v>
                </c:pt>
                <c:pt idx="1150">
                  <c:v>0.701</c:v>
                </c:pt>
                <c:pt idx="1151">
                  <c:v>0.542</c:v>
                </c:pt>
                <c:pt idx="1152">
                  <c:v>0.621</c:v>
                </c:pt>
                <c:pt idx="1153">
                  <c:v>0.551</c:v>
                </c:pt>
                <c:pt idx="1154">
                  <c:v>0.504</c:v>
                </c:pt>
                <c:pt idx="1155">
                  <c:v>0.481</c:v>
                </c:pt>
                <c:pt idx="1156">
                  <c:v>0.636</c:v>
                </c:pt>
                <c:pt idx="1157">
                  <c:v>0.891</c:v>
                </c:pt>
                <c:pt idx="1158">
                  <c:v>0.404</c:v>
                </c:pt>
                <c:pt idx="1159">
                  <c:v>0.469</c:v>
                </c:pt>
                <c:pt idx="1160">
                  <c:v>0.708</c:v>
                </c:pt>
                <c:pt idx="1161">
                  <c:v>0.69</c:v>
                </c:pt>
                <c:pt idx="1162">
                  <c:v>0.598</c:v>
                </c:pt>
                <c:pt idx="1163">
                  <c:v>0.795</c:v>
                </c:pt>
                <c:pt idx="1164">
                  <c:v>0.431</c:v>
                </c:pt>
                <c:pt idx="1165">
                  <c:v>0.623</c:v>
                </c:pt>
                <c:pt idx="1166">
                  <c:v>0.327</c:v>
                </c:pt>
                <c:pt idx="1167">
                  <c:v>0.504</c:v>
                </c:pt>
                <c:pt idx="1168">
                  <c:v>0.445</c:v>
                </c:pt>
                <c:pt idx="1169">
                  <c:v>0.599</c:v>
                </c:pt>
                <c:pt idx="1170">
                  <c:v>0.381</c:v>
                </c:pt>
                <c:pt idx="1171">
                  <c:v>0.804</c:v>
                </c:pt>
                <c:pt idx="1172">
                  <c:v>0.545</c:v>
                </c:pt>
                <c:pt idx="1173">
                  <c:v>0.573</c:v>
                </c:pt>
                <c:pt idx="1174">
                  <c:v>0.78</c:v>
                </c:pt>
                <c:pt idx="1175">
                  <c:v>0.865</c:v>
                </c:pt>
                <c:pt idx="1176">
                  <c:v>0.533</c:v>
                </c:pt>
                <c:pt idx="1177">
                  <c:v>0.454</c:v>
                </c:pt>
                <c:pt idx="1178">
                  <c:v>0.824</c:v>
                </c:pt>
                <c:pt idx="1179">
                  <c:v>0.489</c:v>
                </c:pt>
                <c:pt idx="1180">
                  <c:v>0.618</c:v>
                </c:pt>
                <c:pt idx="1181">
                  <c:v>0.682</c:v>
                </c:pt>
                <c:pt idx="1182">
                  <c:v>0.403</c:v>
                </c:pt>
                <c:pt idx="1183">
                  <c:v>0.536</c:v>
                </c:pt>
                <c:pt idx="1184">
                  <c:v>0.297</c:v>
                </c:pt>
                <c:pt idx="1185">
                  <c:v>0.581</c:v>
                </c:pt>
                <c:pt idx="1186">
                  <c:v>0.686</c:v>
                </c:pt>
                <c:pt idx="1187">
                  <c:v>0.569</c:v>
                </c:pt>
                <c:pt idx="1188">
                  <c:v>0.503</c:v>
                </c:pt>
                <c:pt idx="1189">
                  <c:v>0.556</c:v>
                </c:pt>
                <c:pt idx="1190">
                  <c:v>0.394</c:v>
                </c:pt>
                <c:pt idx="1191">
                  <c:v>0.617</c:v>
                </c:pt>
                <c:pt idx="1192">
                  <c:v>0.598</c:v>
                </c:pt>
                <c:pt idx="1193">
                  <c:v>0.29</c:v>
                </c:pt>
                <c:pt idx="1194">
                  <c:v>0.754</c:v>
                </c:pt>
                <c:pt idx="1195">
                  <c:v>0.605</c:v>
                </c:pt>
                <c:pt idx="1196">
                  <c:v>0.37</c:v>
                </c:pt>
                <c:pt idx="1197">
                  <c:v>0.276</c:v>
                </c:pt>
                <c:pt idx="1198">
                  <c:v>0.641</c:v>
                </c:pt>
                <c:pt idx="1199">
                  <c:v>0.507</c:v>
                </c:pt>
                <c:pt idx="1200">
                  <c:v>0.406</c:v>
                </c:pt>
                <c:pt idx="1201">
                  <c:v>0.687</c:v>
                </c:pt>
                <c:pt idx="1202">
                  <c:v>0.804</c:v>
                </c:pt>
                <c:pt idx="1203">
                  <c:v>0.288</c:v>
                </c:pt>
                <c:pt idx="1204">
                  <c:v>0.594</c:v>
                </c:pt>
                <c:pt idx="1205">
                  <c:v>0.618</c:v>
                </c:pt>
                <c:pt idx="1206">
                  <c:v>0.455</c:v>
                </c:pt>
                <c:pt idx="1207">
                  <c:v>0.402</c:v>
                </c:pt>
                <c:pt idx="1208">
                  <c:v>0.516</c:v>
                </c:pt>
                <c:pt idx="1209">
                  <c:v>0.707</c:v>
                </c:pt>
                <c:pt idx="1210">
                  <c:v>0.715</c:v>
                </c:pt>
                <c:pt idx="1211">
                  <c:v>0.78</c:v>
                </c:pt>
                <c:pt idx="1212">
                  <c:v>0.209</c:v>
                </c:pt>
                <c:pt idx="1213">
                  <c:v>0.698</c:v>
                </c:pt>
                <c:pt idx="1214">
                  <c:v>0.83</c:v>
                </c:pt>
                <c:pt idx="1215">
                  <c:v>0.813</c:v>
                </c:pt>
                <c:pt idx="1216">
                  <c:v>0.712</c:v>
                </c:pt>
                <c:pt idx="1217">
                  <c:v>0.851</c:v>
                </c:pt>
                <c:pt idx="1218">
                  <c:v>0.446</c:v>
                </c:pt>
                <c:pt idx="1219">
                  <c:v>0.932</c:v>
                </c:pt>
                <c:pt idx="1220">
                  <c:v>0.609</c:v>
                </c:pt>
                <c:pt idx="1221">
                  <c:v>0.793</c:v>
                </c:pt>
                <c:pt idx="1222">
                  <c:v>0.683</c:v>
                </c:pt>
                <c:pt idx="1223">
                  <c:v>0.69</c:v>
                </c:pt>
                <c:pt idx="1224">
                  <c:v>0.689</c:v>
                </c:pt>
                <c:pt idx="1225">
                  <c:v>0.497</c:v>
                </c:pt>
                <c:pt idx="1226">
                  <c:v>0.422</c:v>
                </c:pt>
                <c:pt idx="1227">
                  <c:v>0.72</c:v>
                </c:pt>
                <c:pt idx="1228">
                  <c:v>0.274</c:v>
                </c:pt>
                <c:pt idx="1229">
                  <c:v>0.671</c:v>
                </c:pt>
                <c:pt idx="1230">
                  <c:v>0.657</c:v>
                </c:pt>
                <c:pt idx="1231">
                  <c:v>0.117</c:v>
                </c:pt>
                <c:pt idx="1232">
                  <c:v>0.688</c:v>
                </c:pt>
                <c:pt idx="1233">
                  <c:v>0.762</c:v>
                </c:pt>
                <c:pt idx="1234">
                  <c:v>0.548</c:v>
                </c:pt>
                <c:pt idx="1235">
                  <c:v>0.647</c:v>
                </c:pt>
                <c:pt idx="1236">
                  <c:v>0.414</c:v>
                </c:pt>
                <c:pt idx="1237">
                  <c:v>0.761</c:v>
                </c:pt>
                <c:pt idx="1238">
                  <c:v>0.563</c:v>
                </c:pt>
                <c:pt idx="1239">
                  <c:v>0.71</c:v>
                </c:pt>
                <c:pt idx="1240">
                  <c:v>0.639</c:v>
                </c:pt>
                <c:pt idx="1241">
                  <c:v>0.406</c:v>
                </c:pt>
                <c:pt idx="1242">
                  <c:v>0.627</c:v>
                </c:pt>
                <c:pt idx="1243">
                  <c:v>0.683</c:v>
                </c:pt>
                <c:pt idx="1244">
                  <c:v>0.692</c:v>
                </c:pt>
                <c:pt idx="1245">
                  <c:v>0.553</c:v>
                </c:pt>
                <c:pt idx="1246">
                  <c:v>0.689</c:v>
                </c:pt>
                <c:pt idx="1247">
                  <c:v>0.691</c:v>
                </c:pt>
                <c:pt idx="1248">
                  <c:v>0.392</c:v>
                </c:pt>
                <c:pt idx="1249">
                  <c:v>0.83</c:v>
                </c:pt>
                <c:pt idx="1250">
                  <c:v>0.765</c:v>
                </c:pt>
                <c:pt idx="1251">
                  <c:v>0.659</c:v>
                </c:pt>
                <c:pt idx="1252">
                  <c:v>0.592</c:v>
                </c:pt>
                <c:pt idx="1253">
                  <c:v>0.674</c:v>
                </c:pt>
                <c:pt idx="1254">
                  <c:v>0.572</c:v>
                </c:pt>
                <c:pt idx="1255">
                  <c:v>0.581</c:v>
                </c:pt>
                <c:pt idx="1256">
                  <c:v>0.731</c:v>
                </c:pt>
                <c:pt idx="1257">
                  <c:v>0.411</c:v>
                </c:pt>
                <c:pt idx="1258">
                  <c:v>0.887</c:v>
                </c:pt>
                <c:pt idx="1259">
                  <c:v>0.682</c:v>
                </c:pt>
                <c:pt idx="1260">
                  <c:v>0.53</c:v>
                </c:pt>
                <c:pt idx="1261">
                  <c:v>0.834</c:v>
                </c:pt>
                <c:pt idx="1262">
                  <c:v>0.417</c:v>
                </c:pt>
                <c:pt idx="1263">
                  <c:v>0.384</c:v>
                </c:pt>
                <c:pt idx="1264">
                  <c:v>0.487</c:v>
                </c:pt>
                <c:pt idx="1265">
                  <c:v>0.76</c:v>
                </c:pt>
                <c:pt idx="1266">
                  <c:v>0.637</c:v>
                </c:pt>
                <c:pt idx="1267">
                  <c:v>0.262</c:v>
                </c:pt>
                <c:pt idx="1268">
                  <c:v>0.505</c:v>
                </c:pt>
                <c:pt idx="1269">
                  <c:v>0.509</c:v>
                </c:pt>
                <c:pt idx="1270">
                  <c:v>0.756</c:v>
                </c:pt>
                <c:pt idx="1271">
                  <c:v>0.671</c:v>
                </c:pt>
                <c:pt idx="1272">
                  <c:v>0.702</c:v>
                </c:pt>
                <c:pt idx="1273">
                  <c:v>0.751</c:v>
                </c:pt>
                <c:pt idx="1274">
                  <c:v>0.735</c:v>
                </c:pt>
                <c:pt idx="1275">
                  <c:v>0.427</c:v>
                </c:pt>
                <c:pt idx="1276">
                  <c:v>0.811</c:v>
                </c:pt>
                <c:pt idx="1277">
                  <c:v>0.341</c:v>
                </c:pt>
                <c:pt idx="1278">
                  <c:v>0.812</c:v>
                </c:pt>
                <c:pt idx="1279">
                  <c:v>0.663</c:v>
                </c:pt>
                <c:pt idx="1280">
                  <c:v>0.627</c:v>
                </c:pt>
                <c:pt idx="1281">
                  <c:v>0.494</c:v>
                </c:pt>
                <c:pt idx="1282">
                  <c:v>0.31</c:v>
                </c:pt>
                <c:pt idx="1283">
                  <c:v>0.824</c:v>
                </c:pt>
                <c:pt idx="1284">
                  <c:v>0.269</c:v>
                </c:pt>
                <c:pt idx="1285">
                  <c:v>0.465</c:v>
                </c:pt>
                <c:pt idx="1286">
                  <c:v>0.266</c:v>
                </c:pt>
                <c:pt idx="1287">
                  <c:v>0.749</c:v>
                </c:pt>
                <c:pt idx="1288">
                  <c:v>0.477</c:v>
                </c:pt>
                <c:pt idx="1289">
                  <c:v>0.627</c:v>
                </c:pt>
                <c:pt idx="1290">
                  <c:v>0.664</c:v>
                </c:pt>
                <c:pt idx="1291">
                  <c:v>0.728</c:v>
                </c:pt>
                <c:pt idx="1292">
                  <c:v>0.46</c:v>
                </c:pt>
                <c:pt idx="1293">
                  <c:v>0.469</c:v>
                </c:pt>
                <c:pt idx="1294">
                  <c:v>0.702</c:v>
                </c:pt>
                <c:pt idx="1295">
                  <c:v>0.589</c:v>
                </c:pt>
                <c:pt idx="1296">
                  <c:v>0.485</c:v>
                </c:pt>
                <c:pt idx="1297">
                  <c:v>0.649</c:v>
                </c:pt>
                <c:pt idx="1298">
                  <c:v>0.683</c:v>
                </c:pt>
                <c:pt idx="1299">
                  <c:v>0.713</c:v>
                </c:pt>
                <c:pt idx="1300">
                  <c:v>0.597</c:v>
                </c:pt>
                <c:pt idx="1301">
                  <c:v>0.808</c:v>
                </c:pt>
                <c:pt idx="1302">
                  <c:v>0.789</c:v>
                </c:pt>
                <c:pt idx="1303">
                  <c:v>0.433</c:v>
                </c:pt>
                <c:pt idx="1304">
                  <c:v>0.365</c:v>
                </c:pt>
                <c:pt idx="1305">
                  <c:v>0.719</c:v>
                </c:pt>
                <c:pt idx="1306">
                  <c:v>0.756</c:v>
                </c:pt>
                <c:pt idx="1307">
                  <c:v>0.496</c:v>
                </c:pt>
                <c:pt idx="1308">
                  <c:v>0.651</c:v>
                </c:pt>
                <c:pt idx="1309">
                  <c:v>0.876</c:v>
                </c:pt>
                <c:pt idx="1310">
                  <c:v>0.699</c:v>
                </c:pt>
                <c:pt idx="1311">
                  <c:v>0.659</c:v>
                </c:pt>
                <c:pt idx="1312">
                  <c:v>0.244</c:v>
                </c:pt>
                <c:pt idx="1313">
                  <c:v>0.347</c:v>
                </c:pt>
                <c:pt idx="1314">
                  <c:v>0.395</c:v>
                </c:pt>
                <c:pt idx="1315">
                  <c:v>0.643</c:v>
                </c:pt>
                <c:pt idx="1316">
                  <c:v>0.488</c:v>
                </c:pt>
                <c:pt idx="1317">
                  <c:v>0.575</c:v>
                </c:pt>
                <c:pt idx="1318">
                  <c:v>0.684</c:v>
                </c:pt>
                <c:pt idx="1319">
                  <c:v>0.394</c:v>
                </c:pt>
                <c:pt idx="1320">
                  <c:v>0.649</c:v>
                </c:pt>
                <c:pt idx="1321">
                  <c:v>0.288</c:v>
                </c:pt>
                <c:pt idx="1322">
                  <c:v>0.674</c:v>
                </c:pt>
                <c:pt idx="1323">
                  <c:v>0.469</c:v>
                </c:pt>
                <c:pt idx="1324">
                  <c:v>0.428</c:v>
                </c:pt>
                <c:pt idx="1325">
                  <c:v>0.838</c:v>
                </c:pt>
                <c:pt idx="1326">
                  <c:v>0.191</c:v>
                </c:pt>
                <c:pt idx="1327">
                  <c:v>0.531</c:v>
                </c:pt>
                <c:pt idx="1328">
                  <c:v>0.728</c:v>
                </c:pt>
                <c:pt idx="1329">
                  <c:v>0.327</c:v>
                </c:pt>
                <c:pt idx="1330">
                  <c:v>0.303</c:v>
                </c:pt>
                <c:pt idx="1331">
                  <c:v>0.844</c:v>
                </c:pt>
                <c:pt idx="1332">
                  <c:v>0.621</c:v>
                </c:pt>
                <c:pt idx="1333">
                  <c:v>0.247</c:v>
                </c:pt>
                <c:pt idx="1334">
                  <c:v>0.48</c:v>
                </c:pt>
                <c:pt idx="1335">
                  <c:v>0.6</c:v>
                </c:pt>
                <c:pt idx="1336">
                  <c:v>0.72</c:v>
                </c:pt>
                <c:pt idx="1337">
                  <c:v>0.62</c:v>
                </c:pt>
                <c:pt idx="1338">
                  <c:v>0.745</c:v>
                </c:pt>
                <c:pt idx="1339">
                  <c:v>0.346</c:v>
                </c:pt>
                <c:pt idx="1340">
                  <c:v>0.717</c:v>
                </c:pt>
                <c:pt idx="1341">
                  <c:v>0.79</c:v>
                </c:pt>
                <c:pt idx="1342">
                  <c:v>0.571</c:v>
                </c:pt>
                <c:pt idx="1343">
                  <c:v>0.77</c:v>
                </c:pt>
                <c:pt idx="1344">
                  <c:v>0.758</c:v>
                </c:pt>
                <c:pt idx="1345">
                  <c:v>0.594</c:v>
                </c:pt>
                <c:pt idx="1346">
                  <c:v>0.648</c:v>
                </c:pt>
                <c:pt idx="1347">
                  <c:v>0.804</c:v>
                </c:pt>
                <c:pt idx="1348">
                  <c:v>0.166</c:v>
                </c:pt>
                <c:pt idx="1349">
                  <c:v>0.493</c:v>
                </c:pt>
                <c:pt idx="1350">
                  <c:v>0.549</c:v>
                </c:pt>
                <c:pt idx="1351">
                  <c:v>0.651</c:v>
                </c:pt>
                <c:pt idx="1352">
                  <c:v>0.556</c:v>
                </c:pt>
                <c:pt idx="1353">
                  <c:v>0.768</c:v>
                </c:pt>
                <c:pt idx="1354">
                  <c:v>0.236</c:v>
                </c:pt>
                <c:pt idx="1355">
                  <c:v>0.681</c:v>
                </c:pt>
                <c:pt idx="1356">
                  <c:v>0.686</c:v>
                </c:pt>
                <c:pt idx="1357">
                  <c:v>0.32</c:v>
                </c:pt>
                <c:pt idx="1358">
                  <c:v>0.8</c:v>
                </c:pt>
                <c:pt idx="1359">
                  <c:v>0.652</c:v>
                </c:pt>
                <c:pt idx="1360">
                  <c:v>0.715</c:v>
                </c:pt>
                <c:pt idx="1361">
                  <c:v>0.612</c:v>
                </c:pt>
                <c:pt idx="1362">
                  <c:v>0.612</c:v>
                </c:pt>
                <c:pt idx="1363">
                  <c:v>0.652</c:v>
                </c:pt>
                <c:pt idx="1364">
                  <c:v>0.188</c:v>
                </c:pt>
                <c:pt idx="1365">
                  <c:v>0.397</c:v>
                </c:pt>
                <c:pt idx="1366">
                  <c:v>0.574</c:v>
                </c:pt>
                <c:pt idx="1367">
                  <c:v>0.953</c:v>
                </c:pt>
                <c:pt idx="1368">
                  <c:v>0.609</c:v>
                </c:pt>
                <c:pt idx="1369">
                  <c:v>0.646</c:v>
                </c:pt>
                <c:pt idx="1370">
                  <c:v>0.904</c:v>
                </c:pt>
                <c:pt idx="1371">
                  <c:v>0.637</c:v>
                </c:pt>
                <c:pt idx="1372">
                  <c:v>0.904</c:v>
                </c:pt>
                <c:pt idx="1373">
                  <c:v>0.706</c:v>
                </c:pt>
                <c:pt idx="1374">
                  <c:v>0.661</c:v>
                </c:pt>
                <c:pt idx="1375">
                  <c:v>0.789</c:v>
                </c:pt>
                <c:pt idx="1376">
                  <c:v>0.804</c:v>
                </c:pt>
                <c:pt idx="1377">
                  <c:v>0.601</c:v>
                </c:pt>
                <c:pt idx="1378">
                  <c:v>0.64</c:v>
                </c:pt>
                <c:pt idx="1379">
                  <c:v>0.691</c:v>
                </c:pt>
                <c:pt idx="1380">
                  <c:v>0.693</c:v>
                </c:pt>
                <c:pt idx="1381">
                  <c:v>0.371</c:v>
                </c:pt>
                <c:pt idx="1382">
                  <c:v>0.35</c:v>
                </c:pt>
                <c:pt idx="1383">
                  <c:v>0.809</c:v>
                </c:pt>
                <c:pt idx="1384">
                  <c:v>0.797</c:v>
                </c:pt>
                <c:pt idx="1385">
                  <c:v>0.543</c:v>
                </c:pt>
                <c:pt idx="1386">
                  <c:v>0.351</c:v>
                </c:pt>
                <c:pt idx="1387">
                  <c:v>0.682</c:v>
                </c:pt>
                <c:pt idx="1388">
                  <c:v>0.731</c:v>
                </c:pt>
                <c:pt idx="1389">
                  <c:v>0</c:v>
                </c:pt>
                <c:pt idx="1390">
                  <c:v>0.667</c:v>
                </c:pt>
                <c:pt idx="1391">
                  <c:v>0.662</c:v>
                </c:pt>
                <c:pt idx="1392">
                  <c:v>0.39</c:v>
                </c:pt>
                <c:pt idx="1393">
                  <c:v>0.465</c:v>
                </c:pt>
                <c:pt idx="1394">
                  <c:v>0.454</c:v>
                </c:pt>
                <c:pt idx="1395">
                  <c:v>0.671</c:v>
                </c:pt>
                <c:pt idx="1396">
                  <c:v>0.639</c:v>
                </c:pt>
                <c:pt idx="1397">
                  <c:v>0.472</c:v>
                </c:pt>
                <c:pt idx="1398">
                  <c:v>0.83</c:v>
                </c:pt>
                <c:pt idx="1399">
                  <c:v>0.787</c:v>
                </c:pt>
                <c:pt idx="1400">
                  <c:v>0.658</c:v>
                </c:pt>
                <c:pt idx="1401">
                  <c:v>0.421</c:v>
                </c:pt>
                <c:pt idx="1402">
                  <c:v>0.467</c:v>
                </c:pt>
                <c:pt idx="1403">
                  <c:v>0.497</c:v>
                </c:pt>
                <c:pt idx="1404">
                  <c:v>0.742</c:v>
                </c:pt>
                <c:pt idx="1405">
                  <c:v>0.459</c:v>
                </c:pt>
                <c:pt idx="1406">
                  <c:v>0.75</c:v>
                </c:pt>
                <c:pt idx="1407">
                  <c:v>0.603</c:v>
                </c:pt>
                <c:pt idx="1408">
                  <c:v>0.406</c:v>
                </c:pt>
                <c:pt idx="1409">
                  <c:v>0.489</c:v>
                </c:pt>
                <c:pt idx="1410">
                  <c:v>0.64</c:v>
                </c:pt>
                <c:pt idx="1411">
                  <c:v>0.874</c:v>
                </c:pt>
                <c:pt idx="1412">
                  <c:v>0.445</c:v>
                </c:pt>
                <c:pt idx="1413">
                  <c:v>0.853</c:v>
                </c:pt>
                <c:pt idx="1414">
                  <c:v>0.303</c:v>
                </c:pt>
                <c:pt idx="1415">
                  <c:v>0.811</c:v>
                </c:pt>
                <c:pt idx="1416">
                  <c:v>0.857</c:v>
                </c:pt>
                <c:pt idx="1417">
                  <c:v>0.791</c:v>
                </c:pt>
                <c:pt idx="1418">
                  <c:v>0.597</c:v>
                </c:pt>
                <c:pt idx="1419">
                  <c:v>0.635</c:v>
                </c:pt>
                <c:pt idx="1420">
                  <c:v>0.775</c:v>
                </c:pt>
                <c:pt idx="1421">
                  <c:v>0.469</c:v>
                </c:pt>
                <c:pt idx="1422">
                  <c:v>0.443</c:v>
                </c:pt>
                <c:pt idx="1423">
                  <c:v>0.762</c:v>
                </c:pt>
                <c:pt idx="1424">
                  <c:v>0.506</c:v>
                </c:pt>
                <c:pt idx="1425">
                  <c:v>0.759</c:v>
                </c:pt>
                <c:pt idx="1426">
                  <c:v>0.677</c:v>
                </c:pt>
                <c:pt idx="1427">
                  <c:v>0.588</c:v>
                </c:pt>
                <c:pt idx="1428">
                  <c:v>0.621</c:v>
                </c:pt>
                <c:pt idx="1429">
                  <c:v>0.525</c:v>
                </c:pt>
                <c:pt idx="1430">
                  <c:v>0.715</c:v>
                </c:pt>
                <c:pt idx="1431">
                  <c:v>0.638</c:v>
                </c:pt>
                <c:pt idx="1432">
                  <c:v>0.58</c:v>
                </c:pt>
                <c:pt idx="1433">
                  <c:v>0.598</c:v>
                </c:pt>
                <c:pt idx="1434">
                  <c:v>0.0918</c:v>
                </c:pt>
                <c:pt idx="1435">
                  <c:v>0.453</c:v>
                </c:pt>
                <c:pt idx="1436">
                  <c:v>0.488</c:v>
                </c:pt>
                <c:pt idx="1437">
                  <c:v>0.635</c:v>
                </c:pt>
                <c:pt idx="1438">
                  <c:v>0.506</c:v>
                </c:pt>
                <c:pt idx="1439">
                  <c:v>0.638</c:v>
                </c:pt>
                <c:pt idx="1440">
                  <c:v>0.544</c:v>
                </c:pt>
                <c:pt idx="1441">
                  <c:v>0.284</c:v>
                </c:pt>
                <c:pt idx="1442">
                  <c:v>0.619</c:v>
                </c:pt>
                <c:pt idx="1443">
                  <c:v>0.797</c:v>
                </c:pt>
                <c:pt idx="1444">
                  <c:v>0.24</c:v>
                </c:pt>
                <c:pt idx="1445">
                  <c:v>0.533</c:v>
                </c:pt>
                <c:pt idx="1446">
                  <c:v>0.781</c:v>
                </c:pt>
                <c:pt idx="1447">
                  <c:v>0.876</c:v>
                </c:pt>
                <c:pt idx="1448">
                  <c:v>0.668</c:v>
                </c:pt>
                <c:pt idx="1449">
                  <c:v>0.534</c:v>
                </c:pt>
                <c:pt idx="1450">
                  <c:v>0.661</c:v>
                </c:pt>
                <c:pt idx="1451">
                  <c:v>0.835</c:v>
                </c:pt>
                <c:pt idx="1452">
                  <c:v>0.42</c:v>
                </c:pt>
                <c:pt idx="1453">
                  <c:v>0.396</c:v>
                </c:pt>
                <c:pt idx="1454">
                  <c:v>0.301</c:v>
                </c:pt>
                <c:pt idx="1455">
                  <c:v>0.685</c:v>
                </c:pt>
                <c:pt idx="1456">
                  <c:v>0.725</c:v>
                </c:pt>
                <c:pt idx="1457">
                  <c:v>0.868</c:v>
                </c:pt>
                <c:pt idx="1458">
                  <c:v>0.41</c:v>
                </c:pt>
                <c:pt idx="1459">
                  <c:v>0.417</c:v>
                </c:pt>
                <c:pt idx="1460">
                  <c:v>0.918</c:v>
                </c:pt>
                <c:pt idx="1461">
                  <c:v>0.508</c:v>
                </c:pt>
                <c:pt idx="1462">
                  <c:v>0.715</c:v>
                </c:pt>
                <c:pt idx="1463">
                  <c:v>0.819</c:v>
                </c:pt>
                <c:pt idx="1464">
                  <c:v>0.723</c:v>
                </c:pt>
                <c:pt idx="1465">
                  <c:v>0.841</c:v>
                </c:pt>
                <c:pt idx="1466">
                  <c:v>0.591</c:v>
                </c:pt>
                <c:pt idx="1467">
                  <c:v>0.432</c:v>
                </c:pt>
                <c:pt idx="1468">
                  <c:v>0.603</c:v>
                </c:pt>
                <c:pt idx="1469">
                  <c:v>0.697</c:v>
                </c:pt>
                <c:pt idx="1470">
                  <c:v>0.4</c:v>
                </c:pt>
                <c:pt idx="1471">
                  <c:v>0.449</c:v>
                </c:pt>
                <c:pt idx="1472">
                  <c:v>0.334</c:v>
                </c:pt>
                <c:pt idx="1473">
                  <c:v>0.592</c:v>
                </c:pt>
                <c:pt idx="1474">
                  <c:v>0.219</c:v>
                </c:pt>
                <c:pt idx="1475">
                  <c:v>0.671</c:v>
                </c:pt>
                <c:pt idx="1476">
                  <c:v>0.505</c:v>
                </c:pt>
                <c:pt idx="1477">
                  <c:v>0.565</c:v>
                </c:pt>
                <c:pt idx="1478">
                  <c:v>0.499</c:v>
                </c:pt>
                <c:pt idx="1479">
                  <c:v>0.659</c:v>
                </c:pt>
                <c:pt idx="1480">
                  <c:v>0.686</c:v>
                </c:pt>
                <c:pt idx="1481">
                  <c:v>0.598</c:v>
                </c:pt>
                <c:pt idx="1482">
                  <c:v>0.0872</c:v>
                </c:pt>
                <c:pt idx="1483">
                  <c:v>0.685</c:v>
                </c:pt>
                <c:pt idx="1484">
                  <c:v>0.509</c:v>
                </c:pt>
                <c:pt idx="1485">
                  <c:v>0.271</c:v>
                </c:pt>
                <c:pt idx="1486">
                  <c:v>0.527</c:v>
                </c:pt>
                <c:pt idx="1487">
                  <c:v>0.5</c:v>
                </c:pt>
                <c:pt idx="1488">
                  <c:v>0.422</c:v>
                </c:pt>
                <c:pt idx="1489">
                  <c:v>0.532</c:v>
                </c:pt>
                <c:pt idx="1490">
                  <c:v>0.521</c:v>
                </c:pt>
                <c:pt idx="1491">
                  <c:v>0.25</c:v>
                </c:pt>
                <c:pt idx="1492">
                  <c:v>0.683</c:v>
                </c:pt>
                <c:pt idx="1493">
                  <c:v>0.233</c:v>
                </c:pt>
                <c:pt idx="1494">
                  <c:v>0.422</c:v>
                </c:pt>
                <c:pt idx="1495">
                  <c:v>0.568</c:v>
                </c:pt>
                <c:pt idx="1496">
                  <c:v>0.396</c:v>
                </c:pt>
                <c:pt idx="1497">
                  <c:v>0.258</c:v>
                </c:pt>
                <c:pt idx="1498">
                  <c:v>0.29</c:v>
                </c:pt>
                <c:pt idx="1499">
                  <c:v>0.48</c:v>
                </c:pt>
                <c:pt idx="1500">
                  <c:v>0.675</c:v>
                </c:pt>
                <c:pt idx="1501">
                  <c:v>0.588</c:v>
                </c:pt>
                <c:pt idx="1502">
                  <c:v>0.699</c:v>
                </c:pt>
                <c:pt idx="1503">
                  <c:v>0.486</c:v>
                </c:pt>
                <c:pt idx="1504">
                  <c:v>0.717</c:v>
                </c:pt>
                <c:pt idx="1505">
                  <c:v>0.639</c:v>
                </c:pt>
                <c:pt idx="1506">
                  <c:v>0.628</c:v>
                </c:pt>
                <c:pt idx="1507">
                  <c:v>0.691</c:v>
                </c:pt>
                <c:pt idx="1508">
                  <c:v>0.285</c:v>
                </c:pt>
                <c:pt idx="1509">
                  <c:v>0.66</c:v>
                </c:pt>
                <c:pt idx="1510">
                  <c:v>0.139</c:v>
                </c:pt>
                <c:pt idx="1511">
                  <c:v>0.514</c:v>
                </c:pt>
                <c:pt idx="1512">
                  <c:v>0.332</c:v>
                </c:pt>
                <c:pt idx="1513">
                  <c:v>0.673</c:v>
                </c:pt>
                <c:pt idx="1514">
                  <c:v>0.631</c:v>
                </c:pt>
                <c:pt idx="1515">
                  <c:v>0.734</c:v>
                </c:pt>
                <c:pt idx="1516">
                  <c:v>0.779</c:v>
                </c:pt>
                <c:pt idx="1517">
                  <c:v>0.636</c:v>
                </c:pt>
                <c:pt idx="1518">
                  <c:v>0.726</c:v>
                </c:pt>
                <c:pt idx="1519">
                  <c:v>0.432</c:v>
                </c:pt>
                <c:pt idx="1520">
                  <c:v>0.584</c:v>
                </c:pt>
                <c:pt idx="1521">
                  <c:v>0.549</c:v>
                </c:pt>
                <c:pt idx="1522">
                  <c:v>0.805</c:v>
                </c:pt>
                <c:pt idx="1523">
                  <c:v>0.497</c:v>
                </c:pt>
                <c:pt idx="1524">
                  <c:v>0.191</c:v>
                </c:pt>
                <c:pt idx="1525">
                  <c:v>0.739</c:v>
                </c:pt>
                <c:pt idx="1526">
                  <c:v>0.773</c:v>
                </c:pt>
                <c:pt idx="1527">
                  <c:v>0.59</c:v>
                </c:pt>
                <c:pt idx="1528">
                  <c:v>0.815</c:v>
                </c:pt>
                <c:pt idx="1529">
                  <c:v>0.642</c:v>
                </c:pt>
                <c:pt idx="1530">
                  <c:v>0.917</c:v>
                </c:pt>
                <c:pt idx="1531">
                  <c:v>0.572</c:v>
                </c:pt>
                <c:pt idx="1532">
                  <c:v>0.39</c:v>
                </c:pt>
                <c:pt idx="1533">
                  <c:v>0.673</c:v>
                </c:pt>
                <c:pt idx="1534">
                  <c:v>0.716</c:v>
                </c:pt>
                <c:pt idx="1535">
                  <c:v>0.464</c:v>
                </c:pt>
                <c:pt idx="1536">
                  <c:v>0.156</c:v>
                </c:pt>
                <c:pt idx="1537">
                  <c:v>0.39</c:v>
                </c:pt>
                <c:pt idx="1538">
                  <c:v>0.603</c:v>
                </c:pt>
                <c:pt idx="1539">
                  <c:v>0.69</c:v>
                </c:pt>
                <c:pt idx="1540">
                  <c:v>0.829</c:v>
                </c:pt>
                <c:pt idx="1541">
                  <c:v>0.539</c:v>
                </c:pt>
                <c:pt idx="1542">
                  <c:v>0.693</c:v>
                </c:pt>
                <c:pt idx="1543">
                  <c:v>0.563</c:v>
                </c:pt>
                <c:pt idx="1544">
                  <c:v>0.465</c:v>
                </c:pt>
                <c:pt idx="1545">
                  <c:v>0.834</c:v>
                </c:pt>
                <c:pt idx="1546">
                  <c:v>0.519</c:v>
                </c:pt>
                <c:pt idx="1547">
                  <c:v>0.676</c:v>
                </c:pt>
                <c:pt idx="1548">
                  <c:v>0.685</c:v>
                </c:pt>
                <c:pt idx="1549">
                  <c:v>0.93</c:v>
                </c:pt>
                <c:pt idx="1550">
                  <c:v>0.119</c:v>
                </c:pt>
                <c:pt idx="1551">
                  <c:v>0.375</c:v>
                </c:pt>
                <c:pt idx="1552">
                  <c:v>0.813</c:v>
                </c:pt>
                <c:pt idx="1553">
                  <c:v>0.424</c:v>
                </c:pt>
                <c:pt idx="1554">
                  <c:v>0.358</c:v>
                </c:pt>
                <c:pt idx="1555">
                  <c:v>0.708</c:v>
                </c:pt>
                <c:pt idx="1556">
                  <c:v>0.327</c:v>
                </c:pt>
                <c:pt idx="1557">
                  <c:v>0.519</c:v>
                </c:pt>
                <c:pt idx="1558">
                  <c:v>0.714</c:v>
                </c:pt>
                <c:pt idx="1559">
                  <c:v>0.595</c:v>
                </c:pt>
                <c:pt idx="1560">
                  <c:v>0.81</c:v>
                </c:pt>
                <c:pt idx="1561">
                  <c:v>0.648</c:v>
                </c:pt>
                <c:pt idx="1562">
                  <c:v>0.673</c:v>
                </c:pt>
                <c:pt idx="1563">
                  <c:v>0.399</c:v>
                </c:pt>
                <c:pt idx="1564">
                  <c:v>0.458</c:v>
                </c:pt>
                <c:pt idx="1565">
                  <c:v>0.788</c:v>
                </c:pt>
                <c:pt idx="1566">
                  <c:v>0.513</c:v>
                </c:pt>
                <c:pt idx="1567">
                  <c:v>0.296</c:v>
                </c:pt>
                <c:pt idx="1568">
                  <c:v>0.783</c:v>
                </c:pt>
                <c:pt idx="1569">
                  <c:v>0.441</c:v>
                </c:pt>
                <c:pt idx="1570">
                  <c:v>0.785</c:v>
                </c:pt>
                <c:pt idx="1571">
                  <c:v>0.537</c:v>
                </c:pt>
                <c:pt idx="1572">
                  <c:v>0.19</c:v>
                </c:pt>
                <c:pt idx="1573">
                  <c:v>0.424</c:v>
                </c:pt>
                <c:pt idx="1574">
                  <c:v>0.62</c:v>
                </c:pt>
                <c:pt idx="1575">
                  <c:v>0.439</c:v>
                </c:pt>
                <c:pt idx="1576">
                  <c:v>0.79</c:v>
                </c:pt>
                <c:pt idx="1577">
                  <c:v>0.491</c:v>
                </c:pt>
                <c:pt idx="1578">
                  <c:v>0.574</c:v>
                </c:pt>
                <c:pt idx="1579">
                  <c:v>0.589</c:v>
                </c:pt>
                <c:pt idx="1580">
                  <c:v>0.744</c:v>
                </c:pt>
                <c:pt idx="1581">
                  <c:v>0.396</c:v>
                </c:pt>
                <c:pt idx="1582">
                  <c:v>0.376</c:v>
                </c:pt>
                <c:pt idx="1583">
                  <c:v>0.588</c:v>
                </c:pt>
                <c:pt idx="1584">
                  <c:v>0.746</c:v>
                </c:pt>
                <c:pt idx="1585">
                  <c:v>0.718</c:v>
                </c:pt>
                <c:pt idx="1586">
                  <c:v>0.539</c:v>
                </c:pt>
                <c:pt idx="1587">
                  <c:v>0.832</c:v>
                </c:pt>
                <c:pt idx="1588">
                  <c:v>0.661</c:v>
                </c:pt>
                <c:pt idx="1589">
                  <c:v>0.609</c:v>
                </c:pt>
                <c:pt idx="1590">
                  <c:v>0.704</c:v>
                </c:pt>
                <c:pt idx="1591">
                  <c:v>0.564</c:v>
                </c:pt>
                <c:pt idx="1592">
                  <c:v>0.378</c:v>
                </c:pt>
                <c:pt idx="1593">
                  <c:v>0.699</c:v>
                </c:pt>
                <c:pt idx="1594">
                  <c:v>0.628</c:v>
                </c:pt>
                <c:pt idx="1595">
                  <c:v>0.774</c:v>
                </c:pt>
                <c:pt idx="1596">
                  <c:v>0.652</c:v>
                </c:pt>
                <c:pt idx="1597">
                  <c:v>0.439</c:v>
                </c:pt>
                <c:pt idx="1598">
                  <c:v>0.487</c:v>
                </c:pt>
                <c:pt idx="1599">
                  <c:v>0.507</c:v>
                </c:pt>
                <c:pt idx="1600">
                  <c:v>0.896</c:v>
                </c:pt>
                <c:pt idx="1601">
                  <c:v>0.623</c:v>
                </c:pt>
                <c:pt idx="1602">
                  <c:v>0.592</c:v>
                </c:pt>
                <c:pt idx="1603">
                  <c:v>0.29</c:v>
                </c:pt>
                <c:pt idx="1604">
                  <c:v>0.679</c:v>
                </c:pt>
                <c:pt idx="1605">
                  <c:v>0.943</c:v>
                </c:pt>
                <c:pt idx="1606">
                  <c:v>0.58</c:v>
                </c:pt>
                <c:pt idx="1607">
                  <c:v>0.612</c:v>
                </c:pt>
                <c:pt idx="1608">
                  <c:v>0.671</c:v>
                </c:pt>
                <c:pt idx="1609">
                  <c:v>0.244</c:v>
                </c:pt>
                <c:pt idx="1610">
                  <c:v>0.643</c:v>
                </c:pt>
                <c:pt idx="1611">
                  <c:v>0.623</c:v>
                </c:pt>
                <c:pt idx="1612">
                  <c:v>0.706</c:v>
                </c:pt>
                <c:pt idx="1613">
                  <c:v>0.378</c:v>
                </c:pt>
                <c:pt idx="1614">
                  <c:v>0.505</c:v>
                </c:pt>
                <c:pt idx="1615">
                  <c:v>0.56</c:v>
                </c:pt>
                <c:pt idx="1616">
                  <c:v>0.678</c:v>
                </c:pt>
                <c:pt idx="1617">
                  <c:v>0.612</c:v>
                </c:pt>
                <c:pt idx="1618">
                  <c:v>0.492</c:v>
                </c:pt>
                <c:pt idx="1619">
                  <c:v>0.108</c:v>
                </c:pt>
                <c:pt idx="1620">
                  <c:v>0.591</c:v>
                </c:pt>
                <c:pt idx="1621">
                  <c:v>0.729</c:v>
                </c:pt>
                <c:pt idx="1622">
                  <c:v>0.298</c:v>
                </c:pt>
                <c:pt idx="1623">
                  <c:v>0.767</c:v>
                </c:pt>
                <c:pt idx="1624">
                  <c:v>0.406</c:v>
                </c:pt>
                <c:pt idx="1625">
                  <c:v>0.758</c:v>
                </c:pt>
                <c:pt idx="1626">
                  <c:v>0.685</c:v>
                </c:pt>
                <c:pt idx="1627">
                  <c:v>0.752</c:v>
                </c:pt>
                <c:pt idx="1628">
                  <c:v>0.625</c:v>
                </c:pt>
                <c:pt idx="1629">
                  <c:v>0.692</c:v>
                </c:pt>
                <c:pt idx="1630">
                  <c:v>0.352</c:v>
                </c:pt>
                <c:pt idx="1631">
                  <c:v>0.324</c:v>
                </c:pt>
                <c:pt idx="1632">
                  <c:v>0.706</c:v>
                </c:pt>
                <c:pt idx="1633">
                  <c:v>0.259</c:v>
                </c:pt>
                <c:pt idx="1634">
                  <c:v>0.827</c:v>
                </c:pt>
                <c:pt idx="1635">
                  <c:v>0.49</c:v>
                </c:pt>
                <c:pt idx="1636">
                  <c:v>0.731</c:v>
                </c:pt>
                <c:pt idx="1637">
                  <c:v>0.777</c:v>
                </c:pt>
                <c:pt idx="1638">
                  <c:v>0.688</c:v>
                </c:pt>
                <c:pt idx="1639">
                  <c:v>0.479</c:v>
                </c:pt>
                <c:pt idx="1640">
                  <c:v>0.401</c:v>
                </c:pt>
                <c:pt idx="1641">
                  <c:v>0.398</c:v>
                </c:pt>
                <c:pt idx="1642">
                  <c:v>0.311</c:v>
                </c:pt>
                <c:pt idx="1643">
                  <c:v>0.527</c:v>
                </c:pt>
                <c:pt idx="1644">
                  <c:v>0.608</c:v>
                </c:pt>
                <c:pt idx="1645">
                  <c:v>0.55</c:v>
                </c:pt>
                <c:pt idx="1646">
                  <c:v>0.737</c:v>
                </c:pt>
                <c:pt idx="1647">
                  <c:v>0.524</c:v>
                </c:pt>
                <c:pt idx="1648">
                  <c:v>0.955</c:v>
                </c:pt>
                <c:pt idx="1649">
                  <c:v>0.72</c:v>
                </c:pt>
                <c:pt idx="1650">
                  <c:v>0.638</c:v>
                </c:pt>
                <c:pt idx="1651">
                  <c:v>0.547</c:v>
                </c:pt>
                <c:pt idx="1652">
                  <c:v>0.41</c:v>
                </c:pt>
                <c:pt idx="1653">
                  <c:v>0.818</c:v>
                </c:pt>
                <c:pt idx="1654">
                  <c:v>0.515</c:v>
                </c:pt>
                <c:pt idx="1655">
                  <c:v>0.447</c:v>
                </c:pt>
                <c:pt idx="1656">
                  <c:v>0.707</c:v>
                </c:pt>
                <c:pt idx="1657">
                  <c:v>0.593</c:v>
                </c:pt>
                <c:pt idx="1658">
                  <c:v>0.407</c:v>
                </c:pt>
                <c:pt idx="1659">
                  <c:v>0.682</c:v>
                </c:pt>
                <c:pt idx="1660">
                  <c:v>0.486</c:v>
                </c:pt>
                <c:pt idx="1661">
                  <c:v>0.922</c:v>
                </c:pt>
                <c:pt idx="1662">
                  <c:v>0.457</c:v>
                </c:pt>
                <c:pt idx="1663">
                  <c:v>0.518</c:v>
                </c:pt>
                <c:pt idx="1664">
                  <c:v>0.603</c:v>
                </c:pt>
                <c:pt idx="1665">
                  <c:v>0.509</c:v>
                </c:pt>
                <c:pt idx="1666">
                  <c:v>0.574</c:v>
                </c:pt>
                <c:pt idx="1667">
                  <c:v>0.659</c:v>
                </c:pt>
                <c:pt idx="1668">
                  <c:v>0.555</c:v>
                </c:pt>
                <c:pt idx="1669">
                  <c:v>0.648</c:v>
                </c:pt>
                <c:pt idx="1670">
                  <c:v>0.419</c:v>
                </c:pt>
                <c:pt idx="1671">
                  <c:v>0.583</c:v>
                </c:pt>
                <c:pt idx="1672">
                  <c:v>0.583</c:v>
                </c:pt>
                <c:pt idx="1673">
                  <c:v>0.782</c:v>
                </c:pt>
                <c:pt idx="1674">
                  <c:v>0.798</c:v>
                </c:pt>
                <c:pt idx="1675">
                  <c:v>0.586</c:v>
                </c:pt>
                <c:pt idx="1676">
                  <c:v>0.718</c:v>
                </c:pt>
                <c:pt idx="1677">
                  <c:v>0.491</c:v>
                </c:pt>
                <c:pt idx="1678">
                  <c:v>0.654</c:v>
                </c:pt>
                <c:pt idx="1679">
                  <c:v>0.362</c:v>
                </c:pt>
                <c:pt idx="1680">
                  <c:v>0.394</c:v>
                </c:pt>
                <c:pt idx="1681">
                  <c:v>0.632</c:v>
                </c:pt>
                <c:pt idx="1682">
                  <c:v>0.714</c:v>
                </c:pt>
                <c:pt idx="1683">
                  <c:v>0.463</c:v>
                </c:pt>
                <c:pt idx="1684">
                  <c:v>0.697</c:v>
                </c:pt>
                <c:pt idx="1685">
                  <c:v>0.523</c:v>
                </c:pt>
                <c:pt idx="1686">
                  <c:v>0.552</c:v>
                </c:pt>
                <c:pt idx="1687">
                  <c:v>0.729</c:v>
                </c:pt>
                <c:pt idx="1688">
                  <c:v>0.404</c:v>
                </c:pt>
                <c:pt idx="1689">
                  <c:v>0.655</c:v>
                </c:pt>
                <c:pt idx="1690">
                  <c:v>0.278</c:v>
                </c:pt>
                <c:pt idx="1691">
                  <c:v>0.626</c:v>
                </c:pt>
                <c:pt idx="1692">
                  <c:v>0.656</c:v>
                </c:pt>
                <c:pt idx="1693">
                  <c:v>0.329</c:v>
                </c:pt>
                <c:pt idx="1694">
                  <c:v>0.344</c:v>
                </c:pt>
                <c:pt idx="1695">
                  <c:v>0.639</c:v>
                </c:pt>
                <c:pt idx="1696">
                  <c:v>0.395</c:v>
                </c:pt>
                <c:pt idx="1697">
                  <c:v>0.549</c:v>
                </c:pt>
                <c:pt idx="1698">
                  <c:v>0.435</c:v>
                </c:pt>
                <c:pt idx="1699">
                  <c:v>0.337</c:v>
                </c:pt>
                <c:pt idx="1700">
                  <c:v>0.561</c:v>
                </c:pt>
                <c:pt idx="1701">
                  <c:v>0.654</c:v>
                </c:pt>
                <c:pt idx="1702">
                  <c:v>0.596</c:v>
                </c:pt>
                <c:pt idx="1703">
                  <c:v>0.453</c:v>
                </c:pt>
                <c:pt idx="1704">
                  <c:v>0.353</c:v>
                </c:pt>
                <c:pt idx="1705">
                  <c:v>0.476</c:v>
                </c:pt>
                <c:pt idx="1706">
                  <c:v>0.702</c:v>
                </c:pt>
                <c:pt idx="1707">
                  <c:v>0.635</c:v>
                </c:pt>
                <c:pt idx="1708">
                  <c:v>0.747</c:v>
                </c:pt>
                <c:pt idx="1709">
                  <c:v>0.398</c:v>
                </c:pt>
                <c:pt idx="1710">
                  <c:v>0.393</c:v>
                </c:pt>
                <c:pt idx="1711">
                  <c:v>0.715</c:v>
                </c:pt>
                <c:pt idx="1712">
                  <c:v>0.552</c:v>
                </c:pt>
                <c:pt idx="1713">
                  <c:v>0.48</c:v>
                </c:pt>
                <c:pt idx="1714">
                  <c:v>0.502</c:v>
                </c:pt>
                <c:pt idx="1715">
                  <c:v>0.638</c:v>
                </c:pt>
                <c:pt idx="1716">
                  <c:v>0.587</c:v>
                </c:pt>
                <c:pt idx="1717">
                  <c:v>0.407</c:v>
                </c:pt>
                <c:pt idx="1718">
                  <c:v>0.503</c:v>
                </c:pt>
                <c:pt idx="1719">
                  <c:v>0.366</c:v>
                </c:pt>
                <c:pt idx="1720">
                  <c:v>0.495</c:v>
                </c:pt>
                <c:pt idx="1721">
                  <c:v>0.426</c:v>
                </c:pt>
                <c:pt idx="1722">
                  <c:v>0.9</c:v>
                </c:pt>
                <c:pt idx="1723">
                  <c:v>0.579</c:v>
                </c:pt>
                <c:pt idx="1724">
                  <c:v>0.549</c:v>
                </c:pt>
                <c:pt idx="1725">
                  <c:v>0.0796</c:v>
                </c:pt>
                <c:pt idx="1726">
                  <c:v>0.499</c:v>
                </c:pt>
                <c:pt idx="1727">
                  <c:v>0.313</c:v>
                </c:pt>
                <c:pt idx="1728">
                  <c:v>0.662</c:v>
                </c:pt>
                <c:pt idx="1729">
                  <c:v>0.621</c:v>
                </c:pt>
                <c:pt idx="1730">
                  <c:v>0</c:v>
                </c:pt>
                <c:pt idx="1731">
                  <c:v>0.725</c:v>
                </c:pt>
                <c:pt idx="1732">
                  <c:v>0.341</c:v>
                </c:pt>
                <c:pt idx="1733">
                  <c:v>0.398</c:v>
                </c:pt>
                <c:pt idx="1734">
                  <c:v>0.631</c:v>
                </c:pt>
                <c:pt idx="1735">
                  <c:v>0.589</c:v>
                </c:pt>
                <c:pt idx="1736">
                  <c:v>0.401</c:v>
                </c:pt>
                <c:pt idx="1737">
                  <c:v>0.294</c:v>
                </c:pt>
                <c:pt idx="1738">
                  <c:v>0.754</c:v>
                </c:pt>
                <c:pt idx="1739">
                  <c:v>0.465</c:v>
                </c:pt>
                <c:pt idx="1740">
                  <c:v>0.468</c:v>
                </c:pt>
                <c:pt idx="1741">
                  <c:v>0.775</c:v>
                </c:pt>
                <c:pt idx="1742">
                  <c:v>0.374</c:v>
                </c:pt>
                <c:pt idx="1743">
                  <c:v>0.557</c:v>
                </c:pt>
                <c:pt idx="1744">
                  <c:v>0.674</c:v>
                </c:pt>
                <c:pt idx="1745">
                  <c:v>0.457</c:v>
                </c:pt>
                <c:pt idx="1746">
                  <c:v>0.8</c:v>
                </c:pt>
                <c:pt idx="1747">
                  <c:v>0.357</c:v>
                </c:pt>
                <c:pt idx="1748">
                  <c:v>0.703</c:v>
                </c:pt>
                <c:pt idx="1749">
                  <c:v>0.5</c:v>
                </c:pt>
                <c:pt idx="1750">
                  <c:v>0.522</c:v>
                </c:pt>
                <c:pt idx="1751">
                  <c:v>0.149</c:v>
                </c:pt>
                <c:pt idx="1752">
                  <c:v>0.598</c:v>
                </c:pt>
                <c:pt idx="1753">
                  <c:v>0.478</c:v>
                </c:pt>
                <c:pt idx="1754">
                  <c:v>0.288</c:v>
                </c:pt>
                <c:pt idx="1755">
                  <c:v>0.683</c:v>
                </c:pt>
                <c:pt idx="1756">
                  <c:v>0.801</c:v>
                </c:pt>
                <c:pt idx="1757">
                  <c:v>0.782</c:v>
                </c:pt>
                <c:pt idx="1758">
                  <c:v>0.661</c:v>
                </c:pt>
                <c:pt idx="1759">
                  <c:v>0.125</c:v>
                </c:pt>
                <c:pt idx="1760">
                  <c:v>0.582</c:v>
                </c:pt>
                <c:pt idx="1761">
                  <c:v>0.543</c:v>
                </c:pt>
                <c:pt idx="1762">
                  <c:v>0.61</c:v>
                </c:pt>
                <c:pt idx="1763">
                  <c:v>0.314</c:v>
                </c:pt>
                <c:pt idx="1764">
                  <c:v>0.252</c:v>
                </c:pt>
                <c:pt idx="1765">
                  <c:v>0.674</c:v>
                </c:pt>
                <c:pt idx="1766">
                  <c:v>0.542</c:v>
                </c:pt>
                <c:pt idx="1767">
                  <c:v>0.247</c:v>
                </c:pt>
                <c:pt idx="1768">
                  <c:v>0.427</c:v>
                </c:pt>
                <c:pt idx="1769">
                  <c:v>0.701</c:v>
                </c:pt>
                <c:pt idx="1770">
                  <c:v>0.468</c:v>
                </c:pt>
                <c:pt idx="1771">
                  <c:v>0.462</c:v>
                </c:pt>
                <c:pt idx="1772">
                  <c:v>0.686</c:v>
                </c:pt>
                <c:pt idx="1773">
                  <c:v>0.765</c:v>
                </c:pt>
                <c:pt idx="1774">
                  <c:v>0.559</c:v>
                </c:pt>
                <c:pt idx="1775">
                  <c:v>0.394</c:v>
                </c:pt>
                <c:pt idx="1776">
                  <c:v>0.627</c:v>
                </c:pt>
                <c:pt idx="1777">
                  <c:v>0.834</c:v>
                </c:pt>
                <c:pt idx="1778">
                  <c:v>0.555</c:v>
                </c:pt>
                <c:pt idx="1779">
                  <c:v>0.676</c:v>
                </c:pt>
                <c:pt idx="1780">
                  <c:v>0.252</c:v>
                </c:pt>
                <c:pt idx="1781">
                  <c:v>0.708</c:v>
                </c:pt>
                <c:pt idx="1782">
                  <c:v>0.356</c:v>
                </c:pt>
                <c:pt idx="1783">
                  <c:v>0.772</c:v>
                </c:pt>
                <c:pt idx="1784">
                  <c:v>0.678</c:v>
                </c:pt>
                <c:pt idx="1785">
                  <c:v>0.354</c:v>
                </c:pt>
                <c:pt idx="1786">
                  <c:v>0.832</c:v>
                </c:pt>
                <c:pt idx="1787">
                  <c:v>0.618</c:v>
                </c:pt>
                <c:pt idx="1788">
                  <c:v>0.665</c:v>
                </c:pt>
                <c:pt idx="1789">
                  <c:v>0.494</c:v>
                </c:pt>
                <c:pt idx="1790">
                  <c:v>0.851</c:v>
                </c:pt>
                <c:pt idx="1791">
                  <c:v>0.416</c:v>
                </c:pt>
                <c:pt idx="1792">
                  <c:v>0.415</c:v>
                </c:pt>
                <c:pt idx="1793">
                  <c:v>0.525</c:v>
                </c:pt>
                <c:pt idx="1794">
                  <c:v>0.778</c:v>
                </c:pt>
                <c:pt idx="1795">
                  <c:v>0.609</c:v>
                </c:pt>
                <c:pt idx="1796">
                  <c:v>0.55</c:v>
                </c:pt>
                <c:pt idx="1797">
                  <c:v>0.469</c:v>
                </c:pt>
                <c:pt idx="1798">
                  <c:v>0.606</c:v>
                </c:pt>
                <c:pt idx="1799">
                  <c:v>0.508</c:v>
                </c:pt>
                <c:pt idx="1800">
                  <c:v>0.74</c:v>
                </c:pt>
                <c:pt idx="1801">
                  <c:v>0.864</c:v>
                </c:pt>
                <c:pt idx="1802">
                  <c:v>0.656</c:v>
                </c:pt>
                <c:pt idx="1803">
                  <c:v>0.805</c:v>
                </c:pt>
                <c:pt idx="1804">
                  <c:v>0.71</c:v>
                </c:pt>
                <c:pt idx="1805">
                  <c:v>0.233</c:v>
                </c:pt>
                <c:pt idx="1806">
                  <c:v>0.357</c:v>
                </c:pt>
                <c:pt idx="1807">
                  <c:v>0.316</c:v>
                </c:pt>
                <c:pt idx="1808">
                  <c:v>0.662</c:v>
                </c:pt>
                <c:pt idx="1809">
                  <c:v>0.537</c:v>
                </c:pt>
                <c:pt idx="1810">
                  <c:v>0.427</c:v>
                </c:pt>
                <c:pt idx="1811">
                  <c:v>0.546</c:v>
                </c:pt>
                <c:pt idx="1812">
                  <c:v>0.857</c:v>
                </c:pt>
                <c:pt idx="1813">
                  <c:v>0.699</c:v>
                </c:pt>
                <c:pt idx="1814">
                  <c:v>0.794</c:v>
                </c:pt>
                <c:pt idx="1815">
                  <c:v>0.664</c:v>
                </c:pt>
                <c:pt idx="1816">
                  <c:v>0.703</c:v>
                </c:pt>
                <c:pt idx="1817">
                  <c:v>0.38</c:v>
                </c:pt>
                <c:pt idx="1818">
                  <c:v>0.548</c:v>
                </c:pt>
                <c:pt idx="1819">
                  <c:v>0.392</c:v>
                </c:pt>
                <c:pt idx="1820">
                  <c:v>0.406</c:v>
                </c:pt>
                <c:pt idx="1821">
                  <c:v>0.733</c:v>
                </c:pt>
                <c:pt idx="1822">
                  <c:v>0.2</c:v>
                </c:pt>
                <c:pt idx="1823">
                  <c:v>0.368</c:v>
                </c:pt>
                <c:pt idx="1824">
                  <c:v>0.393</c:v>
                </c:pt>
                <c:pt idx="1825">
                  <c:v>0.519</c:v>
                </c:pt>
                <c:pt idx="1826">
                  <c:v>0.488</c:v>
                </c:pt>
                <c:pt idx="1827">
                  <c:v>0.498</c:v>
                </c:pt>
                <c:pt idx="1828">
                  <c:v>0.405</c:v>
                </c:pt>
                <c:pt idx="1829">
                  <c:v>0.827</c:v>
                </c:pt>
                <c:pt idx="1830">
                  <c:v>0.734</c:v>
                </c:pt>
                <c:pt idx="1831">
                  <c:v>0.534</c:v>
                </c:pt>
                <c:pt idx="1832">
                  <c:v>0.516</c:v>
                </c:pt>
                <c:pt idx="1833">
                  <c:v>0.47</c:v>
                </c:pt>
                <c:pt idx="1834">
                  <c:v>0.655</c:v>
                </c:pt>
                <c:pt idx="1835">
                  <c:v>0.594</c:v>
                </c:pt>
                <c:pt idx="1836">
                  <c:v>0.446</c:v>
                </c:pt>
                <c:pt idx="1837">
                  <c:v>0.591</c:v>
                </c:pt>
                <c:pt idx="1838">
                  <c:v>0.71</c:v>
                </c:pt>
                <c:pt idx="1839">
                  <c:v>0.657</c:v>
                </c:pt>
                <c:pt idx="1840">
                  <c:v>0.553</c:v>
                </c:pt>
                <c:pt idx="1841">
                  <c:v>0.567</c:v>
                </c:pt>
                <c:pt idx="1842">
                  <c:v>0.61</c:v>
                </c:pt>
                <c:pt idx="1843">
                  <c:v>0.384</c:v>
                </c:pt>
                <c:pt idx="1844">
                  <c:v>0.269</c:v>
                </c:pt>
                <c:pt idx="1845">
                  <c:v>0.63</c:v>
                </c:pt>
                <c:pt idx="1846">
                  <c:v>0.689</c:v>
                </c:pt>
                <c:pt idx="1847">
                  <c:v>0.494</c:v>
                </c:pt>
                <c:pt idx="1848">
                  <c:v>0.875</c:v>
                </c:pt>
                <c:pt idx="1849">
                  <c:v>0.145</c:v>
                </c:pt>
                <c:pt idx="1850">
                  <c:v>0.724</c:v>
                </c:pt>
                <c:pt idx="1851">
                  <c:v>0.518</c:v>
                </c:pt>
                <c:pt idx="1852">
                  <c:v>0.7</c:v>
                </c:pt>
                <c:pt idx="1853">
                  <c:v>0.424</c:v>
                </c:pt>
                <c:pt idx="1854">
                  <c:v>0.724</c:v>
                </c:pt>
                <c:pt idx="1855">
                  <c:v>0.415</c:v>
                </c:pt>
                <c:pt idx="1856">
                  <c:v>0.814</c:v>
                </c:pt>
                <c:pt idx="1857">
                  <c:v>0.638</c:v>
                </c:pt>
                <c:pt idx="1858">
                  <c:v>0.285</c:v>
                </c:pt>
                <c:pt idx="1859">
                  <c:v>0.677</c:v>
                </c:pt>
                <c:pt idx="1860">
                  <c:v>0.659</c:v>
                </c:pt>
                <c:pt idx="1861">
                  <c:v>0.622</c:v>
                </c:pt>
                <c:pt idx="1862">
                  <c:v>0.536</c:v>
                </c:pt>
                <c:pt idx="1863">
                  <c:v>0.235</c:v>
                </c:pt>
                <c:pt idx="1864">
                  <c:v>0.595</c:v>
                </c:pt>
                <c:pt idx="1865">
                  <c:v>0.844</c:v>
                </c:pt>
                <c:pt idx="1866">
                  <c:v>0.293</c:v>
                </c:pt>
                <c:pt idx="1867">
                  <c:v>0.771</c:v>
                </c:pt>
                <c:pt idx="1868">
                  <c:v>0.821</c:v>
                </c:pt>
                <c:pt idx="1869">
                  <c:v>0.765</c:v>
                </c:pt>
                <c:pt idx="1870">
                  <c:v>0.796</c:v>
                </c:pt>
                <c:pt idx="1871">
                  <c:v>0.777</c:v>
                </c:pt>
                <c:pt idx="1872">
                  <c:v>0.671</c:v>
                </c:pt>
                <c:pt idx="1873">
                  <c:v>0.146</c:v>
                </c:pt>
                <c:pt idx="1874">
                  <c:v>0.592</c:v>
                </c:pt>
                <c:pt idx="1875">
                  <c:v>0.688</c:v>
                </c:pt>
                <c:pt idx="1876">
                  <c:v>0.662</c:v>
                </c:pt>
                <c:pt idx="1877">
                  <c:v>0.792</c:v>
                </c:pt>
                <c:pt idx="1878">
                  <c:v>0.378</c:v>
                </c:pt>
                <c:pt idx="1879">
                  <c:v>0.622</c:v>
                </c:pt>
                <c:pt idx="1880">
                  <c:v>0.704</c:v>
                </c:pt>
                <c:pt idx="1881">
                  <c:v>0.714</c:v>
                </c:pt>
                <c:pt idx="1882">
                  <c:v>0.615</c:v>
                </c:pt>
                <c:pt idx="1883">
                  <c:v>0.685</c:v>
                </c:pt>
                <c:pt idx="1884">
                  <c:v>0.372</c:v>
                </c:pt>
                <c:pt idx="1885">
                  <c:v>0.807</c:v>
                </c:pt>
                <c:pt idx="1886">
                  <c:v>0.409</c:v>
                </c:pt>
                <c:pt idx="1887">
                  <c:v>0.59</c:v>
                </c:pt>
                <c:pt idx="1888">
                  <c:v>0.532</c:v>
                </c:pt>
                <c:pt idx="1889">
                  <c:v>0.568</c:v>
                </c:pt>
                <c:pt idx="1890">
                  <c:v>0.53</c:v>
                </c:pt>
                <c:pt idx="1891">
                  <c:v>0.563</c:v>
                </c:pt>
                <c:pt idx="1892">
                  <c:v>0.375</c:v>
                </c:pt>
                <c:pt idx="1893">
                  <c:v>0.748</c:v>
                </c:pt>
                <c:pt idx="1894">
                  <c:v>0.819</c:v>
                </c:pt>
                <c:pt idx="1895">
                  <c:v>0.61</c:v>
                </c:pt>
                <c:pt idx="1896">
                  <c:v>0.323</c:v>
                </c:pt>
                <c:pt idx="1897">
                  <c:v>0.412</c:v>
                </c:pt>
                <c:pt idx="1898">
                  <c:v>0.468</c:v>
                </c:pt>
                <c:pt idx="1899">
                  <c:v>0.417</c:v>
                </c:pt>
                <c:pt idx="1900">
                  <c:v>0.215</c:v>
                </c:pt>
                <c:pt idx="1901">
                  <c:v>0.774</c:v>
                </c:pt>
                <c:pt idx="1902">
                  <c:v>0.646</c:v>
                </c:pt>
                <c:pt idx="1903">
                  <c:v>0.72</c:v>
                </c:pt>
                <c:pt idx="1904">
                  <c:v>0.732</c:v>
                </c:pt>
                <c:pt idx="1905">
                  <c:v>0.225</c:v>
                </c:pt>
                <c:pt idx="1906">
                  <c:v>0.779</c:v>
                </c:pt>
                <c:pt idx="1907">
                  <c:v>0.702</c:v>
                </c:pt>
                <c:pt idx="1908">
                  <c:v>0.386</c:v>
                </c:pt>
                <c:pt idx="1909">
                  <c:v>0.649</c:v>
                </c:pt>
                <c:pt idx="1910">
                  <c:v>0.667</c:v>
                </c:pt>
                <c:pt idx="1911">
                  <c:v>0.108</c:v>
                </c:pt>
                <c:pt idx="1912">
                  <c:v>0.391</c:v>
                </c:pt>
                <c:pt idx="1913">
                  <c:v>0.244</c:v>
                </c:pt>
                <c:pt idx="1914">
                  <c:v>0.0811</c:v>
                </c:pt>
                <c:pt idx="1915">
                  <c:v>0.39</c:v>
                </c:pt>
                <c:pt idx="1916">
                  <c:v>0.509</c:v>
                </c:pt>
                <c:pt idx="1917">
                  <c:v>0.583</c:v>
                </c:pt>
                <c:pt idx="1918">
                  <c:v>0.788</c:v>
                </c:pt>
                <c:pt idx="1919">
                  <c:v>0.743</c:v>
                </c:pt>
                <c:pt idx="1920">
                  <c:v>0.56</c:v>
                </c:pt>
                <c:pt idx="1921">
                  <c:v>0.603</c:v>
                </c:pt>
                <c:pt idx="1922">
                  <c:v>0.503</c:v>
                </c:pt>
                <c:pt idx="1923">
                  <c:v>0.584</c:v>
                </c:pt>
                <c:pt idx="1924">
                  <c:v>0.392</c:v>
                </c:pt>
                <c:pt idx="1925">
                  <c:v>0.847</c:v>
                </c:pt>
                <c:pt idx="1926">
                  <c:v>0.699</c:v>
                </c:pt>
                <c:pt idx="1927">
                  <c:v>0.493</c:v>
                </c:pt>
                <c:pt idx="1928">
                  <c:v>0.537</c:v>
                </c:pt>
                <c:pt idx="1929">
                  <c:v>0.558</c:v>
                </c:pt>
                <c:pt idx="1930">
                  <c:v>0.575</c:v>
                </c:pt>
                <c:pt idx="1931">
                  <c:v>0.425</c:v>
                </c:pt>
                <c:pt idx="1932">
                  <c:v>0.588</c:v>
                </c:pt>
                <c:pt idx="1933">
                  <c:v>0.111</c:v>
                </c:pt>
                <c:pt idx="1934">
                  <c:v>0.225</c:v>
                </c:pt>
                <c:pt idx="1935">
                  <c:v>0.78</c:v>
                </c:pt>
                <c:pt idx="1936">
                  <c:v>0.471</c:v>
                </c:pt>
                <c:pt idx="1937">
                  <c:v>0.32</c:v>
                </c:pt>
                <c:pt idx="1938">
                  <c:v>0.645</c:v>
                </c:pt>
                <c:pt idx="1939">
                  <c:v>0.716</c:v>
                </c:pt>
                <c:pt idx="1940">
                  <c:v>0.67</c:v>
                </c:pt>
                <c:pt idx="1941">
                  <c:v>0.397</c:v>
                </c:pt>
                <c:pt idx="1942">
                  <c:v>0.527</c:v>
                </c:pt>
                <c:pt idx="1943">
                  <c:v>0.497</c:v>
                </c:pt>
                <c:pt idx="1944">
                  <c:v>0.544</c:v>
                </c:pt>
                <c:pt idx="1945">
                  <c:v>0.634</c:v>
                </c:pt>
                <c:pt idx="1946">
                  <c:v>0.514</c:v>
                </c:pt>
                <c:pt idx="1947">
                  <c:v>0.475</c:v>
                </c:pt>
                <c:pt idx="1948">
                  <c:v>0.734</c:v>
                </c:pt>
                <c:pt idx="1949">
                  <c:v>0.374</c:v>
                </c:pt>
                <c:pt idx="1950">
                  <c:v>0.429</c:v>
                </c:pt>
                <c:pt idx="1951">
                  <c:v>0.723</c:v>
                </c:pt>
                <c:pt idx="1952">
                  <c:v>0.742</c:v>
                </c:pt>
                <c:pt idx="1953">
                  <c:v>0.639</c:v>
                </c:pt>
                <c:pt idx="1954">
                  <c:v>0.257</c:v>
                </c:pt>
                <c:pt idx="1955">
                  <c:v>0.55</c:v>
                </c:pt>
                <c:pt idx="1956">
                  <c:v>0.45</c:v>
                </c:pt>
                <c:pt idx="1957">
                  <c:v>0.691</c:v>
                </c:pt>
                <c:pt idx="1958">
                  <c:v>0.552</c:v>
                </c:pt>
                <c:pt idx="1959">
                  <c:v>0.749</c:v>
                </c:pt>
                <c:pt idx="1960">
                  <c:v>0.761</c:v>
                </c:pt>
                <c:pt idx="1961">
                  <c:v>0.52</c:v>
                </c:pt>
                <c:pt idx="1962">
                  <c:v>0.771</c:v>
                </c:pt>
                <c:pt idx="1963">
                  <c:v>0.661</c:v>
                </c:pt>
                <c:pt idx="1964">
                  <c:v>0.446</c:v>
                </c:pt>
                <c:pt idx="1965">
                  <c:v>0.364</c:v>
                </c:pt>
                <c:pt idx="1966">
                  <c:v>0.508</c:v>
                </c:pt>
                <c:pt idx="1967">
                  <c:v>0.402</c:v>
                </c:pt>
                <c:pt idx="1968">
                  <c:v>0.565</c:v>
                </c:pt>
                <c:pt idx="1969">
                  <c:v>0.63</c:v>
                </c:pt>
                <c:pt idx="1970">
                  <c:v>0.462</c:v>
                </c:pt>
                <c:pt idx="1971">
                  <c:v>0.541</c:v>
                </c:pt>
                <c:pt idx="1972">
                  <c:v>0.493</c:v>
                </c:pt>
                <c:pt idx="1973">
                  <c:v>0.651</c:v>
                </c:pt>
                <c:pt idx="1974">
                  <c:v>0.649</c:v>
                </c:pt>
                <c:pt idx="1975">
                  <c:v>0.655</c:v>
                </c:pt>
                <c:pt idx="1976">
                  <c:v>0.507</c:v>
                </c:pt>
                <c:pt idx="1977">
                  <c:v>0.281</c:v>
                </c:pt>
                <c:pt idx="1978">
                  <c:v>0.834</c:v>
                </c:pt>
                <c:pt idx="1979">
                  <c:v>0.685</c:v>
                </c:pt>
                <c:pt idx="1980">
                  <c:v>0.79</c:v>
                </c:pt>
                <c:pt idx="1981">
                  <c:v>0.277</c:v>
                </c:pt>
                <c:pt idx="1982">
                  <c:v>0.491</c:v>
                </c:pt>
                <c:pt idx="1983">
                  <c:v>0.444</c:v>
                </c:pt>
                <c:pt idx="1984">
                  <c:v>0.631</c:v>
                </c:pt>
                <c:pt idx="1985">
                  <c:v>0.658</c:v>
                </c:pt>
                <c:pt idx="1986">
                  <c:v>0.504</c:v>
                </c:pt>
                <c:pt idx="1987">
                  <c:v>0.798</c:v>
                </c:pt>
                <c:pt idx="1988">
                  <c:v>0.742</c:v>
                </c:pt>
                <c:pt idx="1989">
                  <c:v>0.302</c:v>
                </c:pt>
                <c:pt idx="1990">
                  <c:v>0.78</c:v>
                </c:pt>
                <c:pt idx="1991">
                  <c:v>0.775</c:v>
                </c:pt>
                <c:pt idx="1992">
                  <c:v>0.537</c:v>
                </c:pt>
                <c:pt idx="1993">
                  <c:v>0.732</c:v>
                </c:pt>
                <c:pt idx="1994">
                  <c:v>0.846</c:v>
                </c:pt>
                <c:pt idx="1995">
                  <c:v>0.561</c:v>
                </c:pt>
                <c:pt idx="1996">
                  <c:v>0.702</c:v>
                </c:pt>
                <c:pt idx="1997">
                  <c:v>0.451</c:v>
                </c:pt>
                <c:pt idx="1998">
                  <c:v>0.165</c:v>
                </c:pt>
                <c:pt idx="1999">
                  <c:v>0.674</c:v>
                </c:pt>
              </c:numCache>
            </c:numRef>
          </c:xVal>
          <c:yVal>
            <c:numRef>
              <c:f>Sheet1!$B$2:$B$2001</c:f>
              <c:numCache>
                <c:formatCode>General</c:formatCode>
                <c:ptCount val="2000"/>
                <c:pt idx="0">
                  <c:v>0.703</c:v>
                </c:pt>
                <c:pt idx="1">
                  <c:v>0.701</c:v>
                </c:pt>
                <c:pt idx="2">
                  <c:v>0.976</c:v>
                </c:pt>
                <c:pt idx="3">
                  <c:v>0.141</c:v>
                </c:pt>
                <c:pt idx="4">
                  <c:v>0.921</c:v>
                </c:pt>
                <c:pt idx="5">
                  <c:v>0.819</c:v>
                </c:pt>
                <c:pt idx="6">
                  <c:v>0.853</c:v>
                </c:pt>
                <c:pt idx="7">
                  <c:v>0.409</c:v>
                </c:pt>
                <c:pt idx="8">
                  <c:v>0.522</c:v>
                </c:pt>
                <c:pt idx="9">
                  <c:v>0.968</c:v>
                </c:pt>
                <c:pt idx="10">
                  <c:v>0.56</c:v>
                </c:pt>
                <c:pt idx="11">
                  <c:v>0.934</c:v>
                </c:pt>
                <c:pt idx="12">
                  <c:v>0.296</c:v>
                </c:pt>
                <c:pt idx="13">
                  <c:v>0.848</c:v>
                </c:pt>
                <c:pt idx="14">
                  <c:v>0.941</c:v>
                </c:pt>
                <c:pt idx="15">
                  <c:v>0.651</c:v>
                </c:pt>
                <c:pt idx="16">
                  <c:v>0.497</c:v>
                </c:pt>
                <c:pt idx="17">
                  <c:v>0.703</c:v>
                </c:pt>
                <c:pt idx="18">
                  <c:v>0.849</c:v>
                </c:pt>
                <c:pt idx="19">
                  <c:v>0.19</c:v>
                </c:pt>
                <c:pt idx="20">
                  <c:v>0.7</c:v>
                </c:pt>
                <c:pt idx="21">
                  <c:v>0.33</c:v>
                </c:pt>
                <c:pt idx="22">
                  <c:v>0.667</c:v>
                </c:pt>
                <c:pt idx="23">
                  <c:v>0.86</c:v>
                </c:pt>
                <c:pt idx="24">
                  <c:v>0.559</c:v>
                </c:pt>
                <c:pt idx="25">
                  <c:v>0.0903</c:v>
                </c:pt>
                <c:pt idx="26">
                  <c:v>0.918</c:v>
                </c:pt>
                <c:pt idx="27">
                  <c:v>0.5</c:v>
                </c:pt>
                <c:pt idx="28">
                  <c:v>0.91</c:v>
                </c:pt>
                <c:pt idx="29">
                  <c:v>0.634</c:v>
                </c:pt>
                <c:pt idx="30">
                  <c:v>0.536</c:v>
                </c:pt>
                <c:pt idx="31">
                  <c:v>0.933</c:v>
                </c:pt>
                <c:pt idx="32">
                  <c:v>0.915</c:v>
                </c:pt>
                <c:pt idx="33">
                  <c:v>0.651</c:v>
                </c:pt>
                <c:pt idx="34">
                  <c:v>0.351</c:v>
                </c:pt>
                <c:pt idx="35">
                  <c:v>0.645</c:v>
                </c:pt>
                <c:pt idx="36">
                  <c:v>0.815</c:v>
                </c:pt>
                <c:pt idx="37">
                  <c:v>0.456</c:v>
                </c:pt>
                <c:pt idx="38">
                  <c:v>0.719</c:v>
                </c:pt>
                <c:pt idx="39">
                  <c:v>0.84</c:v>
                </c:pt>
                <c:pt idx="40">
                  <c:v>0.603</c:v>
                </c:pt>
                <c:pt idx="41">
                  <c:v>0.756</c:v>
                </c:pt>
                <c:pt idx="42">
                  <c:v>0.423</c:v>
                </c:pt>
                <c:pt idx="43">
                  <c:v>0.0581</c:v>
                </c:pt>
                <c:pt idx="44">
                  <c:v>0.915</c:v>
                </c:pt>
                <c:pt idx="45">
                  <c:v>0.87</c:v>
                </c:pt>
                <c:pt idx="46">
                  <c:v>0.807</c:v>
                </c:pt>
                <c:pt idx="47">
                  <c:v>0.767</c:v>
                </c:pt>
                <c:pt idx="48">
                  <c:v>0.561</c:v>
                </c:pt>
                <c:pt idx="49">
                  <c:v>0.418</c:v>
                </c:pt>
                <c:pt idx="50">
                  <c:v>0.54</c:v>
                </c:pt>
                <c:pt idx="51">
                  <c:v>0.845</c:v>
                </c:pt>
                <c:pt idx="52">
                  <c:v>0.642</c:v>
                </c:pt>
                <c:pt idx="53">
                  <c:v>0.812</c:v>
                </c:pt>
                <c:pt idx="54">
                  <c:v>0.184</c:v>
                </c:pt>
                <c:pt idx="55">
                  <c:v>0.562</c:v>
                </c:pt>
                <c:pt idx="56">
                  <c:v>0.636</c:v>
                </c:pt>
                <c:pt idx="57">
                  <c:v>0.723</c:v>
                </c:pt>
                <c:pt idx="58">
                  <c:v>0.524</c:v>
                </c:pt>
                <c:pt idx="59">
                  <c:v>0.377</c:v>
                </c:pt>
                <c:pt idx="60">
                  <c:v>0.522</c:v>
                </c:pt>
                <c:pt idx="61">
                  <c:v>0.77</c:v>
                </c:pt>
                <c:pt idx="62">
                  <c:v>0.857</c:v>
                </c:pt>
                <c:pt idx="63">
                  <c:v>0.481</c:v>
                </c:pt>
                <c:pt idx="64">
                  <c:v>0.882</c:v>
                </c:pt>
                <c:pt idx="65">
                  <c:v>0.889</c:v>
                </c:pt>
                <c:pt idx="66">
                  <c:v>0.56</c:v>
                </c:pt>
                <c:pt idx="67">
                  <c:v>0.553</c:v>
                </c:pt>
                <c:pt idx="68">
                  <c:v>0.223</c:v>
                </c:pt>
                <c:pt idx="69">
                  <c:v>0.93</c:v>
                </c:pt>
                <c:pt idx="70">
                  <c:v>0.392</c:v>
                </c:pt>
                <c:pt idx="71">
                  <c:v>0.992</c:v>
                </c:pt>
                <c:pt idx="72">
                  <c:v>0.931</c:v>
                </c:pt>
                <c:pt idx="73">
                  <c:v>0.15</c:v>
                </c:pt>
                <c:pt idx="74">
                  <c:v>0.919</c:v>
                </c:pt>
                <c:pt idx="75">
                  <c:v>0.56</c:v>
                </c:pt>
                <c:pt idx="76">
                  <c:v>0.615</c:v>
                </c:pt>
                <c:pt idx="77">
                  <c:v>0.843</c:v>
                </c:pt>
                <c:pt idx="78">
                  <c:v>0.817</c:v>
                </c:pt>
                <c:pt idx="79">
                  <c:v>0.181</c:v>
                </c:pt>
                <c:pt idx="80">
                  <c:v>0.922</c:v>
                </c:pt>
                <c:pt idx="81">
                  <c:v>0.473</c:v>
                </c:pt>
                <c:pt idx="82">
                  <c:v>0.451</c:v>
                </c:pt>
                <c:pt idx="83">
                  <c:v>0.115</c:v>
                </c:pt>
                <c:pt idx="84">
                  <c:v>0.511</c:v>
                </c:pt>
                <c:pt idx="85">
                  <c:v>0.891</c:v>
                </c:pt>
                <c:pt idx="86">
                  <c:v>0.73</c:v>
                </c:pt>
                <c:pt idx="87">
                  <c:v>0.915</c:v>
                </c:pt>
                <c:pt idx="88">
                  <c:v>0.805</c:v>
                </c:pt>
                <c:pt idx="89">
                  <c:v>0.474</c:v>
                </c:pt>
                <c:pt idx="90">
                  <c:v>0.604</c:v>
                </c:pt>
                <c:pt idx="91">
                  <c:v>0.836</c:v>
                </c:pt>
                <c:pt idx="92">
                  <c:v>0.988</c:v>
                </c:pt>
                <c:pt idx="93">
                  <c:v>0.812</c:v>
                </c:pt>
                <c:pt idx="94">
                  <c:v>0.162</c:v>
                </c:pt>
                <c:pt idx="95">
                  <c:v>0.86</c:v>
                </c:pt>
                <c:pt idx="96">
                  <c:v>0.979</c:v>
                </c:pt>
                <c:pt idx="97">
                  <c:v>0.537</c:v>
                </c:pt>
                <c:pt idx="98">
                  <c:v>0.832</c:v>
                </c:pt>
                <c:pt idx="99">
                  <c:v>0.694</c:v>
                </c:pt>
                <c:pt idx="100">
                  <c:v>0.602</c:v>
                </c:pt>
                <c:pt idx="101">
                  <c:v>0.502</c:v>
                </c:pt>
                <c:pt idx="102">
                  <c:v>0.344</c:v>
                </c:pt>
                <c:pt idx="103">
                  <c:v>0.931</c:v>
                </c:pt>
                <c:pt idx="104">
                  <c:v>0.608</c:v>
                </c:pt>
                <c:pt idx="105">
                  <c:v>0.605</c:v>
                </c:pt>
                <c:pt idx="106">
                  <c:v>0.556</c:v>
                </c:pt>
                <c:pt idx="107">
                  <c:v>0.535</c:v>
                </c:pt>
                <c:pt idx="108">
                  <c:v>0.36</c:v>
                </c:pt>
                <c:pt idx="109">
                  <c:v>0.698</c:v>
                </c:pt>
                <c:pt idx="110">
                  <c:v>0.253</c:v>
                </c:pt>
                <c:pt idx="111">
                  <c:v>0.806</c:v>
                </c:pt>
                <c:pt idx="112">
                  <c:v>0.951</c:v>
                </c:pt>
                <c:pt idx="113">
                  <c:v>0.519</c:v>
                </c:pt>
                <c:pt idx="114">
                  <c:v>0.989</c:v>
                </c:pt>
                <c:pt idx="115">
                  <c:v>0.574</c:v>
                </c:pt>
                <c:pt idx="116">
                  <c:v>0.645</c:v>
                </c:pt>
                <c:pt idx="117">
                  <c:v>0.972</c:v>
                </c:pt>
                <c:pt idx="118">
                  <c:v>0.781</c:v>
                </c:pt>
                <c:pt idx="119">
                  <c:v>0.921</c:v>
                </c:pt>
                <c:pt idx="120">
                  <c:v>0.625</c:v>
                </c:pt>
                <c:pt idx="121">
                  <c:v>0.964</c:v>
                </c:pt>
                <c:pt idx="122">
                  <c:v>0.833</c:v>
                </c:pt>
                <c:pt idx="123">
                  <c:v>0.818</c:v>
                </c:pt>
                <c:pt idx="124">
                  <c:v>0.528</c:v>
                </c:pt>
                <c:pt idx="125">
                  <c:v>0.378</c:v>
                </c:pt>
                <c:pt idx="126">
                  <c:v>0.535</c:v>
                </c:pt>
                <c:pt idx="127">
                  <c:v>0.702</c:v>
                </c:pt>
                <c:pt idx="128">
                  <c:v>0.483</c:v>
                </c:pt>
                <c:pt idx="129">
                  <c:v>0.72</c:v>
                </c:pt>
                <c:pt idx="130">
                  <c:v>0.697</c:v>
                </c:pt>
                <c:pt idx="131">
                  <c:v>0.449</c:v>
                </c:pt>
                <c:pt idx="132">
                  <c:v>0.575</c:v>
                </c:pt>
                <c:pt idx="133">
                  <c:v>0.0987</c:v>
                </c:pt>
                <c:pt idx="134">
                  <c:v>0.806</c:v>
                </c:pt>
                <c:pt idx="135">
                  <c:v>0.489</c:v>
                </c:pt>
                <c:pt idx="136">
                  <c:v>0.738</c:v>
                </c:pt>
                <c:pt idx="137">
                  <c:v>0.887</c:v>
                </c:pt>
                <c:pt idx="138">
                  <c:v>0.466</c:v>
                </c:pt>
                <c:pt idx="139">
                  <c:v>0.218</c:v>
                </c:pt>
                <c:pt idx="140">
                  <c:v>0.951</c:v>
                </c:pt>
                <c:pt idx="141">
                  <c:v>0.208</c:v>
                </c:pt>
                <c:pt idx="142">
                  <c:v>0.663</c:v>
                </c:pt>
                <c:pt idx="143">
                  <c:v>0.45</c:v>
                </c:pt>
                <c:pt idx="144">
                  <c:v>0.625</c:v>
                </c:pt>
                <c:pt idx="145">
                  <c:v>0.834</c:v>
                </c:pt>
                <c:pt idx="146">
                  <c:v>0.0626</c:v>
                </c:pt>
                <c:pt idx="147">
                  <c:v>0.458</c:v>
                </c:pt>
                <c:pt idx="148">
                  <c:v>0.217</c:v>
                </c:pt>
                <c:pt idx="149">
                  <c:v>0.879</c:v>
                </c:pt>
                <c:pt idx="150">
                  <c:v>0.937</c:v>
                </c:pt>
                <c:pt idx="151">
                  <c:v>0.743</c:v>
                </c:pt>
                <c:pt idx="152">
                  <c:v>0.759</c:v>
                </c:pt>
                <c:pt idx="153">
                  <c:v>0.613</c:v>
                </c:pt>
                <c:pt idx="154">
                  <c:v>0.556</c:v>
                </c:pt>
                <c:pt idx="155">
                  <c:v>0.385</c:v>
                </c:pt>
                <c:pt idx="156">
                  <c:v>0.938</c:v>
                </c:pt>
                <c:pt idx="157">
                  <c:v>0.292</c:v>
                </c:pt>
                <c:pt idx="158">
                  <c:v>0.163</c:v>
                </c:pt>
                <c:pt idx="159">
                  <c:v>0.603</c:v>
                </c:pt>
                <c:pt idx="160">
                  <c:v>0.717</c:v>
                </c:pt>
                <c:pt idx="161">
                  <c:v>0.547</c:v>
                </c:pt>
                <c:pt idx="162">
                  <c:v>0.691</c:v>
                </c:pt>
                <c:pt idx="163">
                  <c:v>0.313</c:v>
                </c:pt>
                <c:pt idx="164">
                  <c:v>0.679</c:v>
                </c:pt>
                <c:pt idx="165">
                  <c:v>0.557</c:v>
                </c:pt>
                <c:pt idx="166">
                  <c:v>0.968</c:v>
                </c:pt>
                <c:pt idx="167">
                  <c:v>0.447</c:v>
                </c:pt>
                <c:pt idx="168">
                  <c:v>0.684</c:v>
                </c:pt>
                <c:pt idx="169">
                  <c:v>0.986</c:v>
                </c:pt>
                <c:pt idx="170">
                  <c:v>0.841</c:v>
                </c:pt>
                <c:pt idx="171">
                  <c:v>0.145</c:v>
                </c:pt>
                <c:pt idx="172">
                  <c:v>0.333</c:v>
                </c:pt>
                <c:pt idx="173">
                  <c:v>0.99</c:v>
                </c:pt>
                <c:pt idx="174">
                  <c:v>0.69</c:v>
                </c:pt>
                <c:pt idx="175">
                  <c:v>0.801</c:v>
                </c:pt>
                <c:pt idx="176">
                  <c:v>0.858</c:v>
                </c:pt>
                <c:pt idx="177">
                  <c:v>0.299</c:v>
                </c:pt>
                <c:pt idx="178">
                  <c:v>0.624</c:v>
                </c:pt>
                <c:pt idx="179">
                  <c:v>0.563</c:v>
                </c:pt>
                <c:pt idx="180">
                  <c:v>0.183</c:v>
                </c:pt>
                <c:pt idx="181">
                  <c:v>0.563</c:v>
                </c:pt>
                <c:pt idx="182">
                  <c:v>0.44</c:v>
                </c:pt>
                <c:pt idx="183">
                  <c:v>0.631</c:v>
                </c:pt>
                <c:pt idx="184">
                  <c:v>0.569</c:v>
                </c:pt>
                <c:pt idx="185">
                  <c:v>0.969</c:v>
                </c:pt>
                <c:pt idx="186">
                  <c:v>0.745</c:v>
                </c:pt>
                <c:pt idx="187">
                  <c:v>0.344</c:v>
                </c:pt>
                <c:pt idx="188">
                  <c:v>0.779</c:v>
                </c:pt>
                <c:pt idx="189">
                  <c:v>0.775</c:v>
                </c:pt>
                <c:pt idx="190">
                  <c:v>0.808</c:v>
                </c:pt>
                <c:pt idx="191">
                  <c:v>0.416</c:v>
                </c:pt>
                <c:pt idx="192">
                  <c:v>0.733</c:v>
                </c:pt>
                <c:pt idx="193">
                  <c:v>0.81</c:v>
                </c:pt>
                <c:pt idx="194">
                  <c:v>0.949</c:v>
                </c:pt>
                <c:pt idx="195">
                  <c:v>0.419</c:v>
                </c:pt>
                <c:pt idx="196">
                  <c:v>0.326</c:v>
                </c:pt>
                <c:pt idx="197">
                  <c:v>0.809</c:v>
                </c:pt>
                <c:pt idx="198">
                  <c:v>0.579</c:v>
                </c:pt>
                <c:pt idx="199">
                  <c:v>0.416</c:v>
                </c:pt>
                <c:pt idx="200">
                  <c:v>0.145</c:v>
                </c:pt>
                <c:pt idx="201">
                  <c:v>0.103</c:v>
                </c:pt>
                <c:pt idx="202">
                  <c:v>0.671</c:v>
                </c:pt>
                <c:pt idx="203">
                  <c:v>0.596</c:v>
                </c:pt>
                <c:pt idx="204">
                  <c:v>0.24</c:v>
                </c:pt>
                <c:pt idx="205">
                  <c:v>0.679</c:v>
                </c:pt>
                <c:pt idx="206">
                  <c:v>0.728</c:v>
                </c:pt>
                <c:pt idx="207">
                  <c:v>0.744</c:v>
                </c:pt>
                <c:pt idx="208">
                  <c:v>0.354</c:v>
                </c:pt>
                <c:pt idx="209">
                  <c:v>0.136</c:v>
                </c:pt>
                <c:pt idx="210">
                  <c:v>0.897</c:v>
                </c:pt>
                <c:pt idx="211">
                  <c:v>0.0907</c:v>
                </c:pt>
                <c:pt idx="212">
                  <c:v>0.898</c:v>
                </c:pt>
                <c:pt idx="213">
                  <c:v>0.863</c:v>
                </c:pt>
                <c:pt idx="214">
                  <c:v>0.955</c:v>
                </c:pt>
                <c:pt idx="215">
                  <c:v>0.419</c:v>
                </c:pt>
                <c:pt idx="216">
                  <c:v>0.929</c:v>
                </c:pt>
                <c:pt idx="217">
                  <c:v>0.41</c:v>
                </c:pt>
                <c:pt idx="218">
                  <c:v>0.573</c:v>
                </c:pt>
                <c:pt idx="219">
                  <c:v>0.239</c:v>
                </c:pt>
                <c:pt idx="220">
                  <c:v>0.436</c:v>
                </c:pt>
                <c:pt idx="221">
                  <c:v>0.162</c:v>
                </c:pt>
                <c:pt idx="222">
                  <c:v>0.929</c:v>
                </c:pt>
                <c:pt idx="223">
                  <c:v>0.486</c:v>
                </c:pt>
                <c:pt idx="224">
                  <c:v>0.529</c:v>
                </c:pt>
                <c:pt idx="225">
                  <c:v>0.546</c:v>
                </c:pt>
                <c:pt idx="226">
                  <c:v>0.215</c:v>
                </c:pt>
                <c:pt idx="227">
                  <c:v>0.43</c:v>
                </c:pt>
                <c:pt idx="228">
                  <c:v>0.869</c:v>
                </c:pt>
                <c:pt idx="229">
                  <c:v>0.855</c:v>
                </c:pt>
                <c:pt idx="230">
                  <c:v>0.493</c:v>
                </c:pt>
                <c:pt idx="231">
                  <c:v>0.818</c:v>
                </c:pt>
                <c:pt idx="232">
                  <c:v>0.377</c:v>
                </c:pt>
                <c:pt idx="233">
                  <c:v>0.913</c:v>
                </c:pt>
                <c:pt idx="234">
                  <c:v>0.616</c:v>
                </c:pt>
                <c:pt idx="235">
                  <c:v>0.988</c:v>
                </c:pt>
                <c:pt idx="236">
                  <c:v>0.862</c:v>
                </c:pt>
                <c:pt idx="237">
                  <c:v>0.172</c:v>
                </c:pt>
                <c:pt idx="238">
                  <c:v>0.868</c:v>
                </c:pt>
                <c:pt idx="239">
                  <c:v>0.639</c:v>
                </c:pt>
                <c:pt idx="240">
                  <c:v>0.0314</c:v>
                </c:pt>
                <c:pt idx="241">
                  <c:v>0.253</c:v>
                </c:pt>
                <c:pt idx="242">
                  <c:v>0.434</c:v>
                </c:pt>
                <c:pt idx="243">
                  <c:v>0.813</c:v>
                </c:pt>
                <c:pt idx="244">
                  <c:v>0.245</c:v>
                </c:pt>
                <c:pt idx="245">
                  <c:v>0.332</c:v>
                </c:pt>
                <c:pt idx="246">
                  <c:v>0.871</c:v>
                </c:pt>
                <c:pt idx="247">
                  <c:v>0.341</c:v>
                </c:pt>
                <c:pt idx="248">
                  <c:v>0.636</c:v>
                </c:pt>
                <c:pt idx="249">
                  <c:v>0.502</c:v>
                </c:pt>
                <c:pt idx="250">
                  <c:v>0.184</c:v>
                </c:pt>
                <c:pt idx="251">
                  <c:v>0.852</c:v>
                </c:pt>
                <c:pt idx="252">
                  <c:v>0.503</c:v>
                </c:pt>
                <c:pt idx="253">
                  <c:v>0.543</c:v>
                </c:pt>
                <c:pt idx="254">
                  <c:v>0.855</c:v>
                </c:pt>
                <c:pt idx="255">
                  <c:v>0.484</c:v>
                </c:pt>
                <c:pt idx="256">
                  <c:v>0.314</c:v>
                </c:pt>
                <c:pt idx="257">
                  <c:v>0.0000203</c:v>
                </c:pt>
                <c:pt idx="258">
                  <c:v>0.751</c:v>
                </c:pt>
                <c:pt idx="259">
                  <c:v>0.899</c:v>
                </c:pt>
                <c:pt idx="260">
                  <c:v>0.942</c:v>
                </c:pt>
                <c:pt idx="261">
                  <c:v>0.191</c:v>
                </c:pt>
                <c:pt idx="262">
                  <c:v>0.377</c:v>
                </c:pt>
                <c:pt idx="263">
                  <c:v>0.583</c:v>
                </c:pt>
                <c:pt idx="264">
                  <c:v>0.308</c:v>
                </c:pt>
                <c:pt idx="265">
                  <c:v>0.75</c:v>
                </c:pt>
                <c:pt idx="266">
                  <c:v>0.842</c:v>
                </c:pt>
                <c:pt idx="267">
                  <c:v>0.94</c:v>
                </c:pt>
                <c:pt idx="268">
                  <c:v>0.937</c:v>
                </c:pt>
                <c:pt idx="269">
                  <c:v>0.742</c:v>
                </c:pt>
                <c:pt idx="270">
                  <c:v>0.812</c:v>
                </c:pt>
                <c:pt idx="271">
                  <c:v>0.88</c:v>
                </c:pt>
                <c:pt idx="272">
                  <c:v>0.713</c:v>
                </c:pt>
                <c:pt idx="273">
                  <c:v>0.869</c:v>
                </c:pt>
                <c:pt idx="274">
                  <c:v>0.253</c:v>
                </c:pt>
                <c:pt idx="275">
                  <c:v>0.75</c:v>
                </c:pt>
                <c:pt idx="276">
                  <c:v>0.412</c:v>
                </c:pt>
                <c:pt idx="277">
                  <c:v>0.646</c:v>
                </c:pt>
                <c:pt idx="278">
                  <c:v>0.802</c:v>
                </c:pt>
                <c:pt idx="279">
                  <c:v>0.469</c:v>
                </c:pt>
                <c:pt idx="280">
                  <c:v>0.874</c:v>
                </c:pt>
                <c:pt idx="281">
                  <c:v>0.692</c:v>
                </c:pt>
                <c:pt idx="282">
                  <c:v>0.898</c:v>
                </c:pt>
                <c:pt idx="283">
                  <c:v>0.699</c:v>
                </c:pt>
                <c:pt idx="284">
                  <c:v>0.813</c:v>
                </c:pt>
                <c:pt idx="285">
                  <c:v>0.918</c:v>
                </c:pt>
                <c:pt idx="286">
                  <c:v>0.582</c:v>
                </c:pt>
                <c:pt idx="287">
                  <c:v>0.796</c:v>
                </c:pt>
                <c:pt idx="288">
                  <c:v>0.955</c:v>
                </c:pt>
                <c:pt idx="289">
                  <c:v>0.499</c:v>
                </c:pt>
                <c:pt idx="290">
                  <c:v>0.116</c:v>
                </c:pt>
                <c:pt idx="291">
                  <c:v>0.772</c:v>
                </c:pt>
                <c:pt idx="292">
                  <c:v>0.789</c:v>
                </c:pt>
                <c:pt idx="293">
                  <c:v>0.543</c:v>
                </c:pt>
                <c:pt idx="294">
                  <c:v>0.577</c:v>
                </c:pt>
                <c:pt idx="295">
                  <c:v>0.928</c:v>
                </c:pt>
                <c:pt idx="296">
                  <c:v>0.788</c:v>
                </c:pt>
                <c:pt idx="297">
                  <c:v>0.788</c:v>
                </c:pt>
                <c:pt idx="298">
                  <c:v>0.894</c:v>
                </c:pt>
                <c:pt idx="299">
                  <c:v>0.594</c:v>
                </c:pt>
                <c:pt idx="300">
                  <c:v>0.816</c:v>
                </c:pt>
                <c:pt idx="301">
                  <c:v>0.724</c:v>
                </c:pt>
                <c:pt idx="302">
                  <c:v>0.726</c:v>
                </c:pt>
                <c:pt idx="303">
                  <c:v>0.614</c:v>
                </c:pt>
                <c:pt idx="304">
                  <c:v>0.533</c:v>
                </c:pt>
                <c:pt idx="305">
                  <c:v>0.835</c:v>
                </c:pt>
                <c:pt idx="306">
                  <c:v>0.957</c:v>
                </c:pt>
                <c:pt idx="307">
                  <c:v>0.334</c:v>
                </c:pt>
                <c:pt idx="308">
                  <c:v>0.538</c:v>
                </c:pt>
                <c:pt idx="309">
                  <c:v>0.867</c:v>
                </c:pt>
                <c:pt idx="310">
                  <c:v>0.137</c:v>
                </c:pt>
                <c:pt idx="311">
                  <c:v>0.849</c:v>
                </c:pt>
                <c:pt idx="312">
                  <c:v>0.589</c:v>
                </c:pt>
                <c:pt idx="313">
                  <c:v>0.894</c:v>
                </c:pt>
                <c:pt idx="314">
                  <c:v>0.829</c:v>
                </c:pt>
                <c:pt idx="315">
                  <c:v>0.984</c:v>
                </c:pt>
                <c:pt idx="316">
                  <c:v>0.803</c:v>
                </c:pt>
                <c:pt idx="317">
                  <c:v>0.634</c:v>
                </c:pt>
                <c:pt idx="318">
                  <c:v>0.7</c:v>
                </c:pt>
                <c:pt idx="319">
                  <c:v>0.749</c:v>
                </c:pt>
                <c:pt idx="320">
                  <c:v>0.727</c:v>
                </c:pt>
                <c:pt idx="321">
                  <c:v>0.674</c:v>
                </c:pt>
                <c:pt idx="322">
                  <c:v>0.61</c:v>
                </c:pt>
                <c:pt idx="323">
                  <c:v>0.993</c:v>
                </c:pt>
                <c:pt idx="324">
                  <c:v>0.52</c:v>
                </c:pt>
                <c:pt idx="325">
                  <c:v>0.868</c:v>
                </c:pt>
                <c:pt idx="326">
                  <c:v>0.652</c:v>
                </c:pt>
                <c:pt idx="327">
                  <c:v>0.567</c:v>
                </c:pt>
                <c:pt idx="328">
                  <c:v>0.953</c:v>
                </c:pt>
                <c:pt idx="329">
                  <c:v>0.562</c:v>
                </c:pt>
                <c:pt idx="330">
                  <c:v>0.646</c:v>
                </c:pt>
                <c:pt idx="331">
                  <c:v>0.884</c:v>
                </c:pt>
                <c:pt idx="332">
                  <c:v>0.902</c:v>
                </c:pt>
                <c:pt idx="333">
                  <c:v>0.631</c:v>
                </c:pt>
                <c:pt idx="334">
                  <c:v>0.443</c:v>
                </c:pt>
                <c:pt idx="335">
                  <c:v>0.932</c:v>
                </c:pt>
                <c:pt idx="336">
                  <c:v>0.777</c:v>
                </c:pt>
                <c:pt idx="337">
                  <c:v>0.837</c:v>
                </c:pt>
                <c:pt idx="338">
                  <c:v>0.449</c:v>
                </c:pt>
                <c:pt idx="339">
                  <c:v>0.291</c:v>
                </c:pt>
                <c:pt idx="340">
                  <c:v>0.9</c:v>
                </c:pt>
                <c:pt idx="341">
                  <c:v>0.77</c:v>
                </c:pt>
                <c:pt idx="342">
                  <c:v>0.858</c:v>
                </c:pt>
                <c:pt idx="343">
                  <c:v>0.659</c:v>
                </c:pt>
                <c:pt idx="344">
                  <c:v>0.85</c:v>
                </c:pt>
                <c:pt idx="345">
                  <c:v>0.876</c:v>
                </c:pt>
                <c:pt idx="346">
                  <c:v>0.391</c:v>
                </c:pt>
                <c:pt idx="347">
                  <c:v>0.603</c:v>
                </c:pt>
                <c:pt idx="348">
                  <c:v>0.563</c:v>
                </c:pt>
                <c:pt idx="349">
                  <c:v>0.556</c:v>
                </c:pt>
                <c:pt idx="350">
                  <c:v>0.456</c:v>
                </c:pt>
                <c:pt idx="351">
                  <c:v>0.872</c:v>
                </c:pt>
                <c:pt idx="352">
                  <c:v>0.628</c:v>
                </c:pt>
                <c:pt idx="353">
                  <c:v>0.802</c:v>
                </c:pt>
                <c:pt idx="354">
                  <c:v>0.15</c:v>
                </c:pt>
                <c:pt idx="355">
                  <c:v>0.237</c:v>
                </c:pt>
                <c:pt idx="356">
                  <c:v>0.658</c:v>
                </c:pt>
                <c:pt idx="357">
                  <c:v>0.539</c:v>
                </c:pt>
                <c:pt idx="358">
                  <c:v>0.958</c:v>
                </c:pt>
                <c:pt idx="359">
                  <c:v>0.931</c:v>
                </c:pt>
                <c:pt idx="360">
                  <c:v>0.659</c:v>
                </c:pt>
                <c:pt idx="361">
                  <c:v>0.476</c:v>
                </c:pt>
                <c:pt idx="362">
                  <c:v>0.533</c:v>
                </c:pt>
                <c:pt idx="363">
                  <c:v>0.679</c:v>
                </c:pt>
                <c:pt idx="364">
                  <c:v>0.605</c:v>
                </c:pt>
                <c:pt idx="365">
                  <c:v>0.0379</c:v>
                </c:pt>
                <c:pt idx="366">
                  <c:v>0.713</c:v>
                </c:pt>
                <c:pt idx="367">
                  <c:v>0.566</c:v>
                </c:pt>
                <c:pt idx="368">
                  <c:v>0.0299</c:v>
                </c:pt>
                <c:pt idx="369">
                  <c:v>0.207</c:v>
                </c:pt>
                <c:pt idx="370">
                  <c:v>0.979</c:v>
                </c:pt>
                <c:pt idx="371">
                  <c:v>0.425</c:v>
                </c:pt>
                <c:pt idx="372">
                  <c:v>0.793</c:v>
                </c:pt>
                <c:pt idx="373">
                  <c:v>0.503</c:v>
                </c:pt>
                <c:pt idx="374">
                  <c:v>0.995</c:v>
                </c:pt>
                <c:pt idx="375">
                  <c:v>0.886</c:v>
                </c:pt>
                <c:pt idx="376">
                  <c:v>0.28</c:v>
                </c:pt>
                <c:pt idx="377">
                  <c:v>0.937</c:v>
                </c:pt>
                <c:pt idx="378">
                  <c:v>0.933</c:v>
                </c:pt>
                <c:pt idx="379">
                  <c:v>0.448</c:v>
                </c:pt>
                <c:pt idx="380">
                  <c:v>0.948</c:v>
                </c:pt>
                <c:pt idx="381">
                  <c:v>0.738</c:v>
                </c:pt>
                <c:pt idx="382">
                  <c:v>0.525</c:v>
                </c:pt>
                <c:pt idx="383">
                  <c:v>0.956</c:v>
                </c:pt>
                <c:pt idx="384">
                  <c:v>0.37</c:v>
                </c:pt>
                <c:pt idx="385">
                  <c:v>0.351</c:v>
                </c:pt>
                <c:pt idx="386">
                  <c:v>0.54</c:v>
                </c:pt>
                <c:pt idx="387">
                  <c:v>0.365</c:v>
                </c:pt>
                <c:pt idx="388">
                  <c:v>0.601</c:v>
                </c:pt>
                <c:pt idx="389">
                  <c:v>0.597</c:v>
                </c:pt>
                <c:pt idx="390">
                  <c:v>0.761</c:v>
                </c:pt>
                <c:pt idx="391">
                  <c:v>0.701</c:v>
                </c:pt>
                <c:pt idx="392">
                  <c:v>0.447</c:v>
                </c:pt>
                <c:pt idx="393">
                  <c:v>0.44</c:v>
                </c:pt>
                <c:pt idx="394">
                  <c:v>0.791</c:v>
                </c:pt>
                <c:pt idx="395">
                  <c:v>0.383</c:v>
                </c:pt>
                <c:pt idx="396">
                  <c:v>0.875</c:v>
                </c:pt>
                <c:pt idx="397">
                  <c:v>0.811</c:v>
                </c:pt>
                <c:pt idx="398">
                  <c:v>0.592</c:v>
                </c:pt>
                <c:pt idx="399">
                  <c:v>0.811</c:v>
                </c:pt>
                <c:pt idx="400">
                  <c:v>0.843</c:v>
                </c:pt>
                <c:pt idx="401">
                  <c:v>0.985</c:v>
                </c:pt>
                <c:pt idx="402">
                  <c:v>0.834</c:v>
                </c:pt>
                <c:pt idx="403">
                  <c:v>0.906</c:v>
                </c:pt>
                <c:pt idx="404">
                  <c:v>0.767</c:v>
                </c:pt>
                <c:pt idx="405">
                  <c:v>0.833</c:v>
                </c:pt>
                <c:pt idx="406">
                  <c:v>0.633</c:v>
                </c:pt>
                <c:pt idx="407">
                  <c:v>0.949</c:v>
                </c:pt>
                <c:pt idx="408">
                  <c:v>0.846</c:v>
                </c:pt>
                <c:pt idx="409">
                  <c:v>0.199</c:v>
                </c:pt>
                <c:pt idx="410">
                  <c:v>0.962</c:v>
                </c:pt>
                <c:pt idx="411">
                  <c:v>0.886</c:v>
                </c:pt>
                <c:pt idx="412">
                  <c:v>0.896</c:v>
                </c:pt>
                <c:pt idx="413">
                  <c:v>0.442</c:v>
                </c:pt>
                <c:pt idx="414">
                  <c:v>0.679</c:v>
                </c:pt>
                <c:pt idx="415">
                  <c:v>0.559</c:v>
                </c:pt>
                <c:pt idx="416">
                  <c:v>0.202</c:v>
                </c:pt>
                <c:pt idx="417">
                  <c:v>0.21</c:v>
                </c:pt>
                <c:pt idx="418">
                  <c:v>0.519</c:v>
                </c:pt>
                <c:pt idx="419">
                  <c:v>0.506</c:v>
                </c:pt>
                <c:pt idx="420">
                  <c:v>0.561</c:v>
                </c:pt>
                <c:pt idx="421">
                  <c:v>0.697</c:v>
                </c:pt>
                <c:pt idx="422">
                  <c:v>0.921</c:v>
                </c:pt>
                <c:pt idx="423">
                  <c:v>0.473</c:v>
                </c:pt>
                <c:pt idx="424">
                  <c:v>0.622</c:v>
                </c:pt>
                <c:pt idx="425">
                  <c:v>0.737</c:v>
                </c:pt>
                <c:pt idx="426">
                  <c:v>0.736</c:v>
                </c:pt>
                <c:pt idx="427">
                  <c:v>0.621</c:v>
                </c:pt>
                <c:pt idx="428">
                  <c:v>0.684</c:v>
                </c:pt>
                <c:pt idx="429">
                  <c:v>0.455</c:v>
                </c:pt>
                <c:pt idx="430">
                  <c:v>0.2</c:v>
                </c:pt>
                <c:pt idx="431">
                  <c:v>0.946</c:v>
                </c:pt>
                <c:pt idx="432">
                  <c:v>0.416</c:v>
                </c:pt>
                <c:pt idx="433">
                  <c:v>0.00572</c:v>
                </c:pt>
                <c:pt idx="434">
                  <c:v>0.0343</c:v>
                </c:pt>
                <c:pt idx="435">
                  <c:v>0.0289</c:v>
                </c:pt>
                <c:pt idx="436">
                  <c:v>0.965</c:v>
                </c:pt>
                <c:pt idx="437">
                  <c:v>0.809</c:v>
                </c:pt>
                <c:pt idx="438">
                  <c:v>0.756</c:v>
                </c:pt>
                <c:pt idx="439">
                  <c:v>0.952</c:v>
                </c:pt>
                <c:pt idx="440">
                  <c:v>0.543</c:v>
                </c:pt>
                <c:pt idx="441">
                  <c:v>0.347</c:v>
                </c:pt>
                <c:pt idx="442">
                  <c:v>0.718</c:v>
                </c:pt>
                <c:pt idx="443">
                  <c:v>0.934</c:v>
                </c:pt>
                <c:pt idx="444">
                  <c:v>0.00779</c:v>
                </c:pt>
                <c:pt idx="445">
                  <c:v>0.636</c:v>
                </c:pt>
                <c:pt idx="446">
                  <c:v>0.221</c:v>
                </c:pt>
                <c:pt idx="447">
                  <c:v>0.509</c:v>
                </c:pt>
                <c:pt idx="448">
                  <c:v>0.659</c:v>
                </c:pt>
                <c:pt idx="449">
                  <c:v>0.182</c:v>
                </c:pt>
                <c:pt idx="450">
                  <c:v>0.689</c:v>
                </c:pt>
                <c:pt idx="451">
                  <c:v>0.898</c:v>
                </c:pt>
                <c:pt idx="452">
                  <c:v>0.55</c:v>
                </c:pt>
                <c:pt idx="453">
                  <c:v>0.589</c:v>
                </c:pt>
                <c:pt idx="454">
                  <c:v>0.81</c:v>
                </c:pt>
                <c:pt idx="455">
                  <c:v>0.673</c:v>
                </c:pt>
                <c:pt idx="456">
                  <c:v>0.982</c:v>
                </c:pt>
                <c:pt idx="457">
                  <c:v>0.653</c:v>
                </c:pt>
                <c:pt idx="458">
                  <c:v>0.82</c:v>
                </c:pt>
                <c:pt idx="459">
                  <c:v>0.837</c:v>
                </c:pt>
                <c:pt idx="460">
                  <c:v>0.793</c:v>
                </c:pt>
                <c:pt idx="461">
                  <c:v>0.701</c:v>
                </c:pt>
                <c:pt idx="462">
                  <c:v>0.379</c:v>
                </c:pt>
                <c:pt idx="463">
                  <c:v>0.889</c:v>
                </c:pt>
                <c:pt idx="464">
                  <c:v>0.538</c:v>
                </c:pt>
                <c:pt idx="465">
                  <c:v>0.98</c:v>
                </c:pt>
                <c:pt idx="466">
                  <c:v>0.806</c:v>
                </c:pt>
                <c:pt idx="467">
                  <c:v>0.786</c:v>
                </c:pt>
                <c:pt idx="468">
                  <c:v>0.743</c:v>
                </c:pt>
                <c:pt idx="469">
                  <c:v>0.775</c:v>
                </c:pt>
                <c:pt idx="470">
                  <c:v>0.808</c:v>
                </c:pt>
                <c:pt idx="471">
                  <c:v>0.512</c:v>
                </c:pt>
                <c:pt idx="472">
                  <c:v>0.865</c:v>
                </c:pt>
                <c:pt idx="473">
                  <c:v>0.705</c:v>
                </c:pt>
                <c:pt idx="474">
                  <c:v>0.974</c:v>
                </c:pt>
                <c:pt idx="475">
                  <c:v>0.599</c:v>
                </c:pt>
                <c:pt idx="476">
                  <c:v>0.572</c:v>
                </c:pt>
                <c:pt idx="477">
                  <c:v>0.592</c:v>
                </c:pt>
                <c:pt idx="478">
                  <c:v>0.215</c:v>
                </c:pt>
                <c:pt idx="479">
                  <c:v>0.183</c:v>
                </c:pt>
                <c:pt idx="480">
                  <c:v>0.857</c:v>
                </c:pt>
                <c:pt idx="481">
                  <c:v>0.899</c:v>
                </c:pt>
                <c:pt idx="482">
                  <c:v>0.842</c:v>
                </c:pt>
                <c:pt idx="483">
                  <c:v>0.952</c:v>
                </c:pt>
                <c:pt idx="484">
                  <c:v>0.876</c:v>
                </c:pt>
                <c:pt idx="485">
                  <c:v>0.973</c:v>
                </c:pt>
                <c:pt idx="486">
                  <c:v>0.452</c:v>
                </c:pt>
                <c:pt idx="487">
                  <c:v>0.771</c:v>
                </c:pt>
                <c:pt idx="488">
                  <c:v>0.875</c:v>
                </c:pt>
                <c:pt idx="489">
                  <c:v>0.238</c:v>
                </c:pt>
                <c:pt idx="490">
                  <c:v>0.904</c:v>
                </c:pt>
                <c:pt idx="491">
                  <c:v>0.737</c:v>
                </c:pt>
                <c:pt idx="492">
                  <c:v>0.527</c:v>
                </c:pt>
                <c:pt idx="493">
                  <c:v>0.306</c:v>
                </c:pt>
                <c:pt idx="494">
                  <c:v>0.693</c:v>
                </c:pt>
                <c:pt idx="495">
                  <c:v>0.79</c:v>
                </c:pt>
                <c:pt idx="496">
                  <c:v>0.323</c:v>
                </c:pt>
                <c:pt idx="497">
                  <c:v>0.883</c:v>
                </c:pt>
                <c:pt idx="498">
                  <c:v>0.416</c:v>
                </c:pt>
                <c:pt idx="499">
                  <c:v>0.608</c:v>
                </c:pt>
                <c:pt idx="500">
                  <c:v>0.644</c:v>
                </c:pt>
                <c:pt idx="501">
                  <c:v>0.767</c:v>
                </c:pt>
                <c:pt idx="502">
                  <c:v>0.67</c:v>
                </c:pt>
                <c:pt idx="503">
                  <c:v>0.901</c:v>
                </c:pt>
                <c:pt idx="504">
                  <c:v>0.847</c:v>
                </c:pt>
                <c:pt idx="505">
                  <c:v>0.338</c:v>
                </c:pt>
                <c:pt idx="506">
                  <c:v>0.61</c:v>
                </c:pt>
                <c:pt idx="507">
                  <c:v>0.645</c:v>
                </c:pt>
                <c:pt idx="508">
                  <c:v>0.558</c:v>
                </c:pt>
                <c:pt idx="509">
                  <c:v>0.438</c:v>
                </c:pt>
                <c:pt idx="510">
                  <c:v>0.6</c:v>
                </c:pt>
                <c:pt idx="511">
                  <c:v>0.674</c:v>
                </c:pt>
                <c:pt idx="512">
                  <c:v>0.0472</c:v>
                </c:pt>
                <c:pt idx="513">
                  <c:v>0.895</c:v>
                </c:pt>
                <c:pt idx="514">
                  <c:v>0.942</c:v>
                </c:pt>
                <c:pt idx="515">
                  <c:v>0.511</c:v>
                </c:pt>
                <c:pt idx="516">
                  <c:v>0.669</c:v>
                </c:pt>
                <c:pt idx="517">
                  <c:v>0.685</c:v>
                </c:pt>
                <c:pt idx="518">
                  <c:v>0.35</c:v>
                </c:pt>
                <c:pt idx="519">
                  <c:v>0.946</c:v>
                </c:pt>
                <c:pt idx="520">
                  <c:v>0.909</c:v>
                </c:pt>
                <c:pt idx="521">
                  <c:v>0.781</c:v>
                </c:pt>
                <c:pt idx="522">
                  <c:v>0.346</c:v>
                </c:pt>
                <c:pt idx="523">
                  <c:v>0.94</c:v>
                </c:pt>
                <c:pt idx="524">
                  <c:v>0.552</c:v>
                </c:pt>
                <c:pt idx="525">
                  <c:v>0.885</c:v>
                </c:pt>
                <c:pt idx="526">
                  <c:v>0.681</c:v>
                </c:pt>
                <c:pt idx="527">
                  <c:v>0.666</c:v>
                </c:pt>
                <c:pt idx="528">
                  <c:v>0.553</c:v>
                </c:pt>
                <c:pt idx="529">
                  <c:v>0.57</c:v>
                </c:pt>
                <c:pt idx="530">
                  <c:v>0.375</c:v>
                </c:pt>
                <c:pt idx="531">
                  <c:v>0.397</c:v>
                </c:pt>
                <c:pt idx="532">
                  <c:v>0.767</c:v>
                </c:pt>
                <c:pt idx="533">
                  <c:v>0.834</c:v>
                </c:pt>
                <c:pt idx="534">
                  <c:v>0.618</c:v>
                </c:pt>
                <c:pt idx="535">
                  <c:v>0.449</c:v>
                </c:pt>
                <c:pt idx="536">
                  <c:v>0.984</c:v>
                </c:pt>
                <c:pt idx="537">
                  <c:v>0.0132</c:v>
                </c:pt>
                <c:pt idx="538">
                  <c:v>0.711</c:v>
                </c:pt>
                <c:pt idx="539">
                  <c:v>0.862</c:v>
                </c:pt>
                <c:pt idx="540">
                  <c:v>0.643</c:v>
                </c:pt>
                <c:pt idx="541">
                  <c:v>0.647</c:v>
                </c:pt>
                <c:pt idx="542">
                  <c:v>0.536</c:v>
                </c:pt>
                <c:pt idx="543">
                  <c:v>0.314</c:v>
                </c:pt>
                <c:pt idx="544">
                  <c:v>0.058</c:v>
                </c:pt>
                <c:pt idx="545">
                  <c:v>0.834</c:v>
                </c:pt>
                <c:pt idx="546">
                  <c:v>0.541</c:v>
                </c:pt>
                <c:pt idx="547">
                  <c:v>0.475</c:v>
                </c:pt>
                <c:pt idx="548">
                  <c:v>0.103</c:v>
                </c:pt>
                <c:pt idx="549">
                  <c:v>0.827</c:v>
                </c:pt>
                <c:pt idx="550">
                  <c:v>0.869</c:v>
                </c:pt>
                <c:pt idx="551">
                  <c:v>0.211</c:v>
                </c:pt>
                <c:pt idx="552">
                  <c:v>0.696</c:v>
                </c:pt>
                <c:pt idx="553">
                  <c:v>0.897</c:v>
                </c:pt>
                <c:pt idx="554">
                  <c:v>0.704</c:v>
                </c:pt>
                <c:pt idx="555">
                  <c:v>0.867</c:v>
                </c:pt>
                <c:pt idx="556">
                  <c:v>0.815</c:v>
                </c:pt>
                <c:pt idx="557">
                  <c:v>0.154</c:v>
                </c:pt>
                <c:pt idx="558">
                  <c:v>0.665</c:v>
                </c:pt>
                <c:pt idx="559">
                  <c:v>0.638</c:v>
                </c:pt>
                <c:pt idx="560">
                  <c:v>0.368</c:v>
                </c:pt>
                <c:pt idx="561">
                  <c:v>0.689</c:v>
                </c:pt>
                <c:pt idx="562">
                  <c:v>0.594</c:v>
                </c:pt>
                <c:pt idx="563">
                  <c:v>0.669</c:v>
                </c:pt>
                <c:pt idx="564">
                  <c:v>0.304</c:v>
                </c:pt>
                <c:pt idx="565">
                  <c:v>0.259</c:v>
                </c:pt>
                <c:pt idx="566">
                  <c:v>0.731</c:v>
                </c:pt>
                <c:pt idx="567">
                  <c:v>0.787</c:v>
                </c:pt>
                <c:pt idx="568">
                  <c:v>0.928</c:v>
                </c:pt>
                <c:pt idx="569">
                  <c:v>0.753</c:v>
                </c:pt>
                <c:pt idx="570">
                  <c:v>0.565</c:v>
                </c:pt>
                <c:pt idx="571">
                  <c:v>0.488</c:v>
                </c:pt>
                <c:pt idx="572">
                  <c:v>0.954</c:v>
                </c:pt>
                <c:pt idx="573">
                  <c:v>0.179</c:v>
                </c:pt>
                <c:pt idx="574">
                  <c:v>0.873</c:v>
                </c:pt>
                <c:pt idx="575">
                  <c:v>0.585</c:v>
                </c:pt>
                <c:pt idx="576">
                  <c:v>0.862</c:v>
                </c:pt>
                <c:pt idx="577">
                  <c:v>0.524</c:v>
                </c:pt>
                <c:pt idx="578">
                  <c:v>0.646</c:v>
                </c:pt>
                <c:pt idx="579">
                  <c:v>0.392</c:v>
                </c:pt>
                <c:pt idx="580">
                  <c:v>0.97</c:v>
                </c:pt>
                <c:pt idx="581">
                  <c:v>0.808</c:v>
                </c:pt>
                <c:pt idx="582">
                  <c:v>0.183</c:v>
                </c:pt>
                <c:pt idx="583">
                  <c:v>0.916</c:v>
                </c:pt>
                <c:pt idx="584">
                  <c:v>0.963</c:v>
                </c:pt>
                <c:pt idx="585">
                  <c:v>0.356</c:v>
                </c:pt>
                <c:pt idx="586">
                  <c:v>0.337</c:v>
                </c:pt>
                <c:pt idx="587">
                  <c:v>0.908</c:v>
                </c:pt>
                <c:pt idx="588">
                  <c:v>0.386</c:v>
                </c:pt>
                <c:pt idx="589">
                  <c:v>0.782</c:v>
                </c:pt>
                <c:pt idx="590">
                  <c:v>0.701</c:v>
                </c:pt>
                <c:pt idx="591">
                  <c:v>0.519</c:v>
                </c:pt>
                <c:pt idx="592">
                  <c:v>0.678</c:v>
                </c:pt>
                <c:pt idx="593">
                  <c:v>0.509</c:v>
                </c:pt>
                <c:pt idx="594">
                  <c:v>0.976</c:v>
                </c:pt>
                <c:pt idx="595">
                  <c:v>0.717</c:v>
                </c:pt>
                <c:pt idx="596">
                  <c:v>0.35</c:v>
                </c:pt>
                <c:pt idx="597">
                  <c:v>0.897</c:v>
                </c:pt>
                <c:pt idx="598">
                  <c:v>0.122</c:v>
                </c:pt>
                <c:pt idx="599">
                  <c:v>0.816</c:v>
                </c:pt>
                <c:pt idx="600">
                  <c:v>0.551</c:v>
                </c:pt>
                <c:pt idx="601">
                  <c:v>0.846</c:v>
                </c:pt>
                <c:pt idx="602">
                  <c:v>0.162</c:v>
                </c:pt>
                <c:pt idx="603">
                  <c:v>0.477</c:v>
                </c:pt>
                <c:pt idx="604">
                  <c:v>0.391</c:v>
                </c:pt>
                <c:pt idx="605">
                  <c:v>0.507</c:v>
                </c:pt>
                <c:pt idx="606">
                  <c:v>0.0762</c:v>
                </c:pt>
                <c:pt idx="607">
                  <c:v>0.663</c:v>
                </c:pt>
                <c:pt idx="608">
                  <c:v>0.619</c:v>
                </c:pt>
                <c:pt idx="609">
                  <c:v>0.351</c:v>
                </c:pt>
                <c:pt idx="610">
                  <c:v>0.148</c:v>
                </c:pt>
                <c:pt idx="611">
                  <c:v>0.396</c:v>
                </c:pt>
                <c:pt idx="612">
                  <c:v>0.764</c:v>
                </c:pt>
                <c:pt idx="613">
                  <c:v>0.252</c:v>
                </c:pt>
                <c:pt idx="614">
                  <c:v>0.686</c:v>
                </c:pt>
                <c:pt idx="615">
                  <c:v>0.926</c:v>
                </c:pt>
                <c:pt idx="616">
                  <c:v>0.813</c:v>
                </c:pt>
                <c:pt idx="617">
                  <c:v>0.861</c:v>
                </c:pt>
                <c:pt idx="618">
                  <c:v>0.322</c:v>
                </c:pt>
                <c:pt idx="619">
                  <c:v>0.688</c:v>
                </c:pt>
                <c:pt idx="620">
                  <c:v>0.618</c:v>
                </c:pt>
                <c:pt idx="621">
                  <c:v>0.101</c:v>
                </c:pt>
                <c:pt idx="622">
                  <c:v>0.138</c:v>
                </c:pt>
                <c:pt idx="623">
                  <c:v>0.489</c:v>
                </c:pt>
                <c:pt idx="624">
                  <c:v>0.292</c:v>
                </c:pt>
                <c:pt idx="625">
                  <c:v>0.401</c:v>
                </c:pt>
                <c:pt idx="626">
                  <c:v>0.639</c:v>
                </c:pt>
                <c:pt idx="627">
                  <c:v>0.242</c:v>
                </c:pt>
                <c:pt idx="628">
                  <c:v>0.582</c:v>
                </c:pt>
                <c:pt idx="629">
                  <c:v>0.479</c:v>
                </c:pt>
                <c:pt idx="630">
                  <c:v>0.815</c:v>
                </c:pt>
                <c:pt idx="631">
                  <c:v>0.563</c:v>
                </c:pt>
                <c:pt idx="632">
                  <c:v>0.871</c:v>
                </c:pt>
                <c:pt idx="633">
                  <c:v>0.818</c:v>
                </c:pt>
                <c:pt idx="634">
                  <c:v>0.964</c:v>
                </c:pt>
                <c:pt idx="635">
                  <c:v>0.923</c:v>
                </c:pt>
                <c:pt idx="636">
                  <c:v>0.478</c:v>
                </c:pt>
                <c:pt idx="637">
                  <c:v>0.724</c:v>
                </c:pt>
                <c:pt idx="638">
                  <c:v>0.464</c:v>
                </c:pt>
                <c:pt idx="639">
                  <c:v>0.389</c:v>
                </c:pt>
                <c:pt idx="640">
                  <c:v>0.777</c:v>
                </c:pt>
                <c:pt idx="641">
                  <c:v>0.588</c:v>
                </c:pt>
                <c:pt idx="642">
                  <c:v>0.385</c:v>
                </c:pt>
                <c:pt idx="643">
                  <c:v>0.728</c:v>
                </c:pt>
                <c:pt idx="644">
                  <c:v>0.738</c:v>
                </c:pt>
                <c:pt idx="645">
                  <c:v>0.449</c:v>
                </c:pt>
                <c:pt idx="646">
                  <c:v>0.975</c:v>
                </c:pt>
                <c:pt idx="647">
                  <c:v>0.939</c:v>
                </c:pt>
                <c:pt idx="648">
                  <c:v>0.938</c:v>
                </c:pt>
                <c:pt idx="649">
                  <c:v>0.212</c:v>
                </c:pt>
                <c:pt idx="650">
                  <c:v>0.915</c:v>
                </c:pt>
                <c:pt idx="651">
                  <c:v>0.45</c:v>
                </c:pt>
                <c:pt idx="652">
                  <c:v>0.83</c:v>
                </c:pt>
                <c:pt idx="653">
                  <c:v>0.977</c:v>
                </c:pt>
                <c:pt idx="654">
                  <c:v>0.00972</c:v>
                </c:pt>
                <c:pt idx="655">
                  <c:v>0.867</c:v>
                </c:pt>
                <c:pt idx="656">
                  <c:v>0.946</c:v>
                </c:pt>
                <c:pt idx="657">
                  <c:v>0.996</c:v>
                </c:pt>
                <c:pt idx="658">
                  <c:v>0.514</c:v>
                </c:pt>
                <c:pt idx="659">
                  <c:v>0.902</c:v>
                </c:pt>
                <c:pt idx="660">
                  <c:v>0.463</c:v>
                </c:pt>
                <c:pt idx="661">
                  <c:v>0.858</c:v>
                </c:pt>
                <c:pt idx="662">
                  <c:v>0.225</c:v>
                </c:pt>
                <c:pt idx="663">
                  <c:v>0.287</c:v>
                </c:pt>
                <c:pt idx="664">
                  <c:v>0.524</c:v>
                </c:pt>
                <c:pt idx="665">
                  <c:v>0.418</c:v>
                </c:pt>
                <c:pt idx="666">
                  <c:v>0.764</c:v>
                </c:pt>
                <c:pt idx="667">
                  <c:v>0.65</c:v>
                </c:pt>
                <c:pt idx="668">
                  <c:v>0.967</c:v>
                </c:pt>
                <c:pt idx="669">
                  <c:v>0.754</c:v>
                </c:pt>
                <c:pt idx="670">
                  <c:v>0.971</c:v>
                </c:pt>
                <c:pt idx="671">
                  <c:v>0.886</c:v>
                </c:pt>
                <c:pt idx="672">
                  <c:v>0.703</c:v>
                </c:pt>
                <c:pt idx="673">
                  <c:v>0.893</c:v>
                </c:pt>
                <c:pt idx="674">
                  <c:v>0.76</c:v>
                </c:pt>
                <c:pt idx="675">
                  <c:v>0.837</c:v>
                </c:pt>
                <c:pt idx="676">
                  <c:v>0.858</c:v>
                </c:pt>
                <c:pt idx="677">
                  <c:v>0.486</c:v>
                </c:pt>
                <c:pt idx="678">
                  <c:v>0.403</c:v>
                </c:pt>
                <c:pt idx="679">
                  <c:v>0.293</c:v>
                </c:pt>
                <c:pt idx="680">
                  <c:v>0.874</c:v>
                </c:pt>
                <c:pt idx="681">
                  <c:v>0.357</c:v>
                </c:pt>
                <c:pt idx="682">
                  <c:v>0.707</c:v>
                </c:pt>
                <c:pt idx="683">
                  <c:v>0.201</c:v>
                </c:pt>
                <c:pt idx="684">
                  <c:v>0.402</c:v>
                </c:pt>
                <c:pt idx="685">
                  <c:v>0.911</c:v>
                </c:pt>
                <c:pt idx="686">
                  <c:v>0.532</c:v>
                </c:pt>
                <c:pt idx="687">
                  <c:v>0.656</c:v>
                </c:pt>
                <c:pt idx="688">
                  <c:v>0.986</c:v>
                </c:pt>
                <c:pt idx="689">
                  <c:v>0.408</c:v>
                </c:pt>
                <c:pt idx="690">
                  <c:v>0.582</c:v>
                </c:pt>
                <c:pt idx="691">
                  <c:v>0.71</c:v>
                </c:pt>
                <c:pt idx="692">
                  <c:v>0.158</c:v>
                </c:pt>
                <c:pt idx="693">
                  <c:v>0.603</c:v>
                </c:pt>
                <c:pt idx="694">
                  <c:v>0.518</c:v>
                </c:pt>
                <c:pt idx="695">
                  <c:v>0.683</c:v>
                </c:pt>
                <c:pt idx="696">
                  <c:v>0.801</c:v>
                </c:pt>
                <c:pt idx="697">
                  <c:v>0.836</c:v>
                </c:pt>
                <c:pt idx="698">
                  <c:v>0.278</c:v>
                </c:pt>
                <c:pt idx="699">
                  <c:v>0.178</c:v>
                </c:pt>
                <c:pt idx="700">
                  <c:v>0.293</c:v>
                </c:pt>
                <c:pt idx="701">
                  <c:v>0.883</c:v>
                </c:pt>
                <c:pt idx="702">
                  <c:v>0.979</c:v>
                </c:pt>
                <c:pt idx="703">
                  <c:v>0.144</c:v>
                </c:pt>
                <c:pt idx="704">
                  <c:v>0.513</c:v>
                </c:pt>
                <c:pt idx="705">
                  <c:v>0.2</c:v>
                </c:pt>
                <c:pt idx="706">
                  <c:v>0.58</c:v>
                </c:pt>
                <c:pt idx="707">
                  <c:v>0.703</c:v>
                </c:pt>
                <c:pt idx="708">
                  <c:v>0.782</c:v>
                </c:pt>
                <c:pt idx="709">
                  <c:v>0.555</c:v>
                </c:pt>
                <c:pt idx="710">
                  <c:v>0.703</c:v>
                </c:pt>
                <c:pt idx="711">
                  <c:v>0.84</c:v>
                </c:pt>
                <c:pt idx="712">
                  <c:v>0.614</c:v>
                </c:pt>
                <c:pt idx="713">
                  <c:v>0.415</c:v>
                </c:pt>
                <c:pt idx="714">
                  <c:v>0.678</c:v>
                </c:pt>
                <c:pt idx="715">
                  <c:v>0.256</c:v>
                </c:pt>
                <c:pt idx="716">
                  <c:v>0.756</c:v>
                </c:pt>
                <c:pt idx="717">
                  <c:v>0.838</c:v>
                </c:pt>
                <c:pt idx="718">
                  <c:v>0.811</c:v>
                </c:pt>
                <c:pt idx="719">
                  <c:v>0.525</c:v>
                </c:pt>
                <c:pt idx="720">
                  <c:v>0.904</c:v>
                </c:pt>
                <c:pt idx="721">
                  <c:v>0.878</c:v>
                </c:pt>
                <c:pt idx="722">
                  <c:v>0.696</c:v>
                </c:pt>
                <c:pt idx="723">
                  <c:v>0.848</c:v>
                </c:pt>
                <c:pt idx="724">
                  <c:v>0.426</c:v>
                </c:pt>
                <c:pt idx="725">
                  <c:v>0.679</c:v>
                </c:pt>
                <c:pt idx="726">
                  <c:v>0.621</c:v>
                </c:pt>
                <c:pt idx="727">
                  <c:v>0.738</c:v>
                </c:pt>
                <c:pt idx="728">
                  <c:v>0.565</c:v>
                </c:pt>
                <c:pt idx="729">
                  <c:v>0.418</c:v>
                </c:pt>
                <c:pt idx="730">
                  <c:v>0.797</c:v>
                </c:pt>
                <c:pt idx="731">
                  <c:v>0.498</c:v>
                </c:pt>
                <c:pt idx="732">
                  <c:v>0.766</c:v>
                </c:pt>
                <c:pt idx="733">
                  <c:v>0.477</c:v>
                </c:pt>
                <c:pt idx="734">
                  <c:v>0.748</c:v>
                </c:pt>
                <c:pt idx="735">
                  <c:v>0.832</c:v>
                </c:pt>
                <c:pt idx="736">
                  <c:v>0.423</c:v>
                </c:pt>
                <c:pt idx="737">
                  <c:v>0.779</c:v>
                </c:pt>
                <c:pt idx="738">
                  <c:v>0.626</c:v>
                </c:pt>
                <c:pt idx="739">
                  <c:v>0.265</c:v>
                </c:pt>
                <c:pt idx="740">
                  <c:v>0.672</c:v>
                </c:pt>
                <c:pt idx="741">
                  <c:v>0.954</c:v>
                </c:pt>
                <c:pt idx="742">
                  <c:v>0.79</c:v>
                </c:pt>
                <c:pt idx="743">
                  <c:v>0.63</c:v>
                </c:pt>
                <c:pt idx="744">
                  <c:v>0.549</c:v>
                </c:pt>
                <c:pt idx="745">
                  <c:v>0.947</c:v>
                </c:pt>
                <c:pt idx="746">
                  <c:v>0.392</c:v>
                </c:pt>
                <c:pt idx="747">
                  <c:v>0.255</c:v>
                </c:pt>
                <c:pt idx="748">
                  <c:v>0.977</c:v>
                </c:pt>
                <c:pt idx="749">
                  <c:v>0.709</c:v>
                </c:pt>
                <c:pt idx="750">
                  <c:v>0.51</c:v>
                </c:pt>
                <c:pt idx="751">
                  <c:v>0.294</c:v>
                </c:pt>
                <c:pt idx="752">
                  <c:v>0.777</c:v>
                </c:pt>
                <c:pt idx="753">
                  <c:v>0.494</c:v>
                </c:pt>
                <c:pt idx="754">
                  <c:v>0.819</c:v>
                </c:pt>
                <c:pt idx="755">
                  <c:v>0.542</c:v>
                </c:pt>
                <c:pt idx="756">
                  <c:v>0.904</c:v>
                </c:pt>
                <c:pt idx="757">
                  <c:v>0.93</c:v>
                </c:pt>
                <c:pt idx="758">
                  <c:v>0.495</c:v>
                </c:pt>
                <c:pt idx="759">
                  <c:v>0.963</c:v>
                </c:pt>
                <c:pt idx="760">
                  <c:v>0.921</c:v>
                </c:pt>
                <c:pt idx="761">
                  <c:v>0.31</c:v>
                </c:pt>
                <c:pt idx="762">
                  <c:v>0.749</c:v>
                </c:pt>
                <c:pt idx="763">
                  <c:v>0.473</c:v>
                </c:pt>
                <c:pt idx="764">
                  <c:v>0.532</c:v>
                </c:pt>
                <c:pt idx="765">
                  <c:v>0.17</c:v>
                </c:pt>
                <c:pt idx="766">
                  <c:v>0.875</c:v>
                </c:pt>
                <c:pt idx="767">
                  <c:v>0.857</c:v>
                </c:pt>
                <c:pt idx="768">
                  <c:v>0.56</c:v>
                </c:pt>
                <c:pt idx="769">
                  <c:v>0.991</c:v>
                </c:pt>
                <c:pt idx="770">
                  <c:v>0.346</c:v>
                </c:pt>
                <c:pt idx="771">
                  <c:v>0.642</c:v>
                </c:pt>
                <c:pt idx="772">
                  <c:v>0.655</c:v>
                </c:pt>
                <c:pt idx="773">
                  <c:v>0.744</c:v>
                </c:pt>
                <c:pt idx="774">
                  <c:v>0.569</c:v>
                </c:pt>
                <c:pt idx="775">
                  <c:v>0.203</c:v>
                </c:pt>
                <c:pt idx="776">
                  <c:v>0.263</c:v>
                </c:pt>
                <c:pt idx="777">
                  <c:v>0.793</c:v>
                </c:pt>
                <c:pt idx="778">
                  <c:v>0.83</c:v>
                </c:pt>
                <c:pt idx="779">
                  <c:v>0.808</c:v>
                </c:pt>
                <c:pt idx="780">
                  <c:v>0.596</c:v>
                </c:pt>
                <c:pt idx="781">
                  <c:v>0.803</c:v>
                </c:pt>
                <c:pt idx="782">
                  <c:v>0.795</c:v>
                </c:pt>
                <c:pt idx="783">
                  <c:v>0.784</c:v>
                </c:pt>
                <c:pt idx="784">
                  <c:v>0.325</c:v>
                </c:pt>
                <c:pt idx="785">
                  <c:v>0.949</c:v>
                </c:pt>
                <c:pt idx="786">
                  <c:v>0.715</c:v>
                </c:pt>
                <c:pt idx="787">
                  <c:v>0.602</c:v>
                </c:pt>
                <c:pt idx="788">
                  <c:v>0.455</c:v>
                </c:pt>
                <c:pt idx="789">
                  <c:v>0.876</c:v>
                </c:pt>
                <c:pt idx="790">
                  <c:v>0.73</c:v>
                </c:pt>
                <c:pt idx="791">
                  <c:v>0.457</c:v>
                </c:pt>
                <c:pt idx="792">
                  <c:v>0.555</c:v>
                </c:pt>
                <c:pt idx="793">
                  <c:v>0.562</c:v>
                </c:pt>
                <c:pt idx="794">
                  <c:v>0.802</c:v>
                </c:pt>
                <c:pt idx="795">
                  <c:v>0.933</c:v>
                </c:pt>
                <c:pt idx="796">
                  <c:v>0.223</c:v>
                </c:pt>
                <c:pt idx="797">
                  <c:v>0.33</c:v>
                </c:pt>
                <c:pt idx="798">
                  <c:v>0.863</c:v>
                </c:pt>
                <c:pt idx="799">
                  <c:v>0.465</c:v>
                </c:pt>
                <c:pt idx="800">
                  <c:v>0.636</c:v>
                </c:pt>
                <c:pt idx="801">
                  <c:v>0.878</c:v>
                </c:pt>
                <c:pt idx="802">
                  <c:v>0.467</c:v>
                </c:pt>
                <c:pt idx="803">
                  <c:v>0.565</c:v>
                </c:pt>
                <c:pt idx="804">
                  <c:v>0.309</c:v>
                </c:pt>
                <c:pt idx="805">
                  <c:v>0.73</c:v>
                </c:pt>
                <c:pt idx="806">
                  <c:v>0.97</c:v>
                </c:pt>
                <c:pt idx="807">
                  <c:v>0.733</c:v>
                </c:pt>
                <c:pt idx="808">
                  <c:v>0.543</c:v>
                </c:pt>
                <c:pt idx="809">
                  <c:v>0.364</c:v>
                </c:pt>
                <c:pt idx="810">
                  <c:v>0.868</c:v>
                </c:pt>
                <c:pt idx="811">
                  <c:v>0.537</c:v>
                </c:pt>
                <c:pt idx="812">
                  <c:v>0.277</c:v>
                </c:pt>
                <c:pt idx="813">
                  <c:v>0.745</c:v>
                </c:pt>
                <c:pt idx="814">
                  <c:v>0.991</c:v>
                </c:pt>
                <c:pt idx="815">
                  <c:v>0.961</c:v>
                </c:pt>
                <c:pt idx="816">
                  <c:v>0.819</c:v>
                </c:pt>
                <c:pt idx="817">
                  <c:v>0.845</c:v>
                </c:pt>
                <c:pt idx="818">
                  <c:v>0.332</c:v>
                </c:pt>
                <c:pt idx="819">
                  <c:v>0.817</c:v>
                </c:pt>
                <c:pt idx="820">
                  <c:v>0.391</c:v>
                </c:pt>
                <c:pt idx="821">
                  <c:v>0.935</c:v>
                </c:pt>
                <c:pt idx="822">
                  <c:v>0.906</c:v>
                </c:pt>
                <c:pt idx="823">
                  <c:v>0.606</c:v>
                </c:pt>
                <c:pt idx="824">
                  <c:v>0.217</c:v>
                </c:pt>
                <c:pt idx="825">
                  <c:v>0.646</c:v>
                </c:pt>
                <c:pt idx="826">
                  <c:v>0.588</c:v>
                </c:pt>
                <c:pt idx="827">
                  <c:v>0.91</c:v>
                </c:pt>
                <c:pt idx="828">
                  <c:v>0.625</c:v>
                </c:pt>
                <c:pt idx="829">
                  <c:v>0.769</c:v>
                </c:pt>
                <c:pt idx="830">
                  <c:v>0.934</c:v>
                </c:pt>
                <c:pt idx="831">
                  <c:v>0.877</c:v>
                </c:pt>
                <c:pt idx="832">
                  <c:v>0.799</c:v>
                </c:pt>
                <c:pt idx="833">
                  <c:v>0.789</c:v>
                </c:pt>
                <c:pt idx="834">
                  <c:v>0.608</c:v>
                </c:pt>
                <c:pt idx="835">
                  <c:v>0.703</c:v>
                </c:pt>
                <c:pt idx="836">
                  <c:v>0.673</c:v>
                </c:pt>
                <c:pt idx="837">
                  <c:v>0.938</c:v>
                </c:pt>
                <c:pt idx="838">
                  <c:v>0.816</c:v>
                </c:pt>
                <c:pt idx="839">
                  <c:v>0.366</c:v>
                </c:pt>
                <c:pt idx="840">
                  <c:v>0.426</c:v>
                </c:pt>
                <c:pt idx="841">
                  <c:v>0.846</c:v>
                </c:pt>
                <c:pt idx="842">
                  <c:v>0.189</c:v>
                </c:pt>
                <c:pt idx="843">
                  <c:v>0.61</c:v>
                </c:pt>
                <c:pt idx="844">
                  <c:v>0.554</c:v>
                </c:pt>
                <c:pt idx="845">
                  <c:v>0.0343</c:v>
                </c:pt>
                <c:pt idx="846">
                  <c:v>0.532</c:v>
                </c:pt>
                <c:pt idx="847">
                  <c:v>0.86</c:v>
                </c:pt>
                <c:pt idx="848">
                  <c:v>0.523</c:v>
                </c:pt>
                <c:pt idx="849">
                  <c:v>0.2</c:v>
                </c:pt>
                <c:pt idx="850">
                  <c:v>0.471</c:v>
                </c:pt>
                <c:pt idx="851">
                  <c:v>0.505</c:v>
                </c:pt>
                <c:pt idx="852">
                  <c:v>0.979</c:v>
                </c:pt>
                <c:pt idx="853">
                  <c:v>0.327</c:v>
                </c:pt>
                <c:pt idx="854">
                  <c:v>0.213</c:v>
                </c:pt>
                <c:pt idx="855">
                  <c:v>0.979</c:v>
                </c:pt>
                <c:pt idx="856">
                  <c:v>0.95</c:v>
                </c:pt>
                <c:pt idx="857">
                  <c:v>0.31</c:v>
                </c:pt>
                <c:pt idx="858">
                  <c:v>0.705</c:v>
                </c:pt>
                <c:pt idx="859">
                  <c:v>0.939</c:v>
                </c:pt>
                <c:pt idx="860">
                  <c:v>0.979</c:v>
                </c:pt>
                <c:pt idx="861">
                  <c:v>0.256</c:v>
                </c:pt>
                <c:pt idx="862">
                  <c:v>0.843</c:v>
                </c:pt>
                <c:pt idx="863">
                  <c:v>0.307</c:v>
                </c:pt>
                <c:pt idx="864">
                  <c:v>0.526</c:v>
                </c:pt>
                <c:pt idx="865">
                  <c:v>0.755</c:v>
                </c:pt>
                <c:pt idx="866">
                  <c:v>0.873</c:v>
                </c:pt>
                <c:pt idx="867">
                  <c:v>0.599</c:v>
                </c:pt>
                <c:pt idx="868">
                  <c:v>0.997</c:v>
                </c:pt>
                <c:pt idx="869">
                  <c:v>0.71</c:v>
                </c:pt>
                <c:pt idx="870">
                  <c:v>0.563</c:v>
                </c:pt>
                <c:pt idx="871">
                  <c:v>0.378</c:v>
                </c:pt>
                <c:pt idx="872">
                  <c:v>0.779</c:v>
                </c:pt>
                <c:pt idx="873">
                  <c:v>0.995</c:v>
                </c:pt>
                <c:pt idx="874">
                  <c:v>0.773</c:v>
                </c:pt>
                <c:pt idx="875">
                  <c:v>0.871</c:v>
                </c:pt>
                <c:pt idx="876">
                  <c:v>0.721</c:v>
                </c:pt>
                <c:pt idx="877">
                  <c:v>0.938</c:v>
                </c:pt>
                <c:pt idx="878">
                  <c:v>0.393</c:v>
                </c:pt>
                <c:pt idx="879">
                  <c:v>0.944</c:v>
                </c:pt>
                <c:pt idx="880">
                  <c:v>0.948</c:v>
                </c:pt>
                <c:pt idx="881">
                  <c:v>0.608</c:v>
                </c:pt>
                <c:pt idx="882">
                  <c:v>0.838</c:v>
                </c:pt>
                <c:pt idx="883">
                  <c:v>0.532</c:v>
                </c:pt>
                <c:pt idx="884">
                  <c:v>0.783</c:v>
                </c:pt>
                <c:pt idx="885">
                  <c:v>0.525</c:v>
                </c:pt>
                <c:pt idx="886">
                  <c:v>0.688</c:v>
                </c:pt>
                <c:pt idx="887">
                  <c:v>0.955</c:v>
                </c:pt>
                <c:pt idx="888">
                  <c:v>0.963</c:v>
                </c:pt>
                <c:pt idx="889">
                  <c:v>0.0538</c:v>
                </c:pt>
                <c:pt idx="890">
                  <c:v>0.669</c:v>
                </c:pt>
                <c:pt idx="891">
                  <c:v>0.795</c:v>
                </c:pt>
                <c:pt idx="892">
                  <c:v>0.707</c:v>
                </c:pt>
                <c:pt idx="893">
                  <c:v>0.808</c:v>
                </c:pt>
                <c:pt idx="894">
                  <c:v>0.615</c:v>
                </c:pt>
                <c:pt idx="895">
                  <c:v>0.709</c:v>
                </c:pt>
                <c:pt idx="896">
                  <c:v>0.21</c:v>
                </c:pt>
                <c:pt idx="897">
                  <c:v>0.853</c:v>
                </c:pt>
                <c:pt idx="898">
                  <c:v>0.996</c:v>
                </c:pt>
                <c:pt idx="899">
                  <c:v>0.739</c:v>
                </c:pt>
                <c:pt idx="900">
                  <c:v>0.898</c:v>
                </c:pt>
                <c:pt idx="901">
                  <c:v>0.977</c:v>
                </c:pt>
                <c:pt idx="902">
                  <c:v>0.374</c:v>
                </c:pt>
                <c:pt idx="903">
                  <c:v>0.452</c:v>
                </c:pt>
                <c:pt idx="904">
                  <c:v>0.902</c:v>
                </c:pt>
                <c:pt idx="905">
                  <c:v>0.503</c:v>
                </c:pt>
                <c:pt idx="906">
                  <c:v>0.358</c:v>
                </c:pt>
                <c:pt idx="907">
                  <c:v>0.71</c:v>
                </c:pt>
                <c:pt idx="908">
                  <c:v>0.935</c:v>
                </c:pt>
                <c:pt idx="909">
                  <c:v>0.837</c:v>
                </c:pt>
                <c:pt idx="910">
                  <c:v>0.94</c:v>
                </c:pt>
                <c:pt idx="911">
                  <c:v>0.734</c:v>
                </c:pt>
                <c:pt idx="912">
                  <c:v>0.714</c:v>
                </c:pt>
                <c:pt idx="913">
                  <c:v>0.602</c:v>
                </c:pt>
                <c:pt idx="914">
                  <c:v>0.724</c:v>
                </c:pt>
                <c:pt idx="915">
                  <c:v>0.047</c:v>
                </c:pt>
                <c:pt idx="916">
                  <c:v>0.901</c:v>
                </c:pt>
                <c:pt idx="917">
                  <c:v>0.377</c:v>
                </c:pt>
                <c:pt idx="918">
                  <c:v>0.261</c:v>
                </c:pt>
                <c:pt idx="919">
                  <c:v>0.719</c:v>
                </c:pt>
                <c:pt idx="920">
                  <c:v>0.677</c:v>
                </c:pt>
                <c:pt idx="921">
                  <c:v>0.716</c:v>
                </c:pt>
                <c:pt idx="922">
                  <c:v>0.585</c:v>
                </c:pt>
                <c:pt idx="923">
                  <c:v>0.95</c:v>
                </c:pt>
                <c:pt idx="924">
                  <c:v>0.58</c:v>
                </c:pt>
                <c:pt idx="925">
                  <c:v>0.157</c:v>
                </c:pt>
                <c:pt idx="926">
                  <c:v>0.643</c:v>
                </c:pt>
                <c:pt idx="927">
                  <c:v>0.0594</c:v>
                </c:pt>
                <c:pt idx="928">
                  <c:v>0.305</c:v>
                </c:pt>
                <c:pt idx="929">
                  <c:v>0.161</c:v>
                </c:pt>
                <c:pt idx="930">
                  <c:v>0.432</c:v>
                </c:pt>
                <c:pt idx="931">
                  <c:v>0.544</c:v>
                </c:pt>
                <c:pt idx="932">
                  <c:v>0.45</c:v>
                </c:pt>
                <c:pt idx="933">
                  <c:v>0.896</c:v>
                </c:pt>
                <c:pt idx="934">
                  <c:v>0.611</c:v>
                </c:pt>
                <c:pt idx="935">
                  <c:v>0.279</c:v>
                </c:pt>
                <c:pt idx="936">
                  <c:v>0.523</c:v>
                </c:pt>
                <c:pt idx="937">
                  <c:v>0.408</c:v>
                </c:pt>
                <c:pt idx="938">
                  <c:v>0.722</c:v>
                </c:pt>
                <c:pt idx="939">
                  <c:v>0.919</c:v>
                </c:pt>
                <c:pt idx="940">
                  <c:v>0.569</c:v>
                </c:pt>
                <c:pt idx="941">
                  <c:v>0.746</c:v>
                </c:pt>
                <c:pt idx="942">
                  <c:v>0.398</c:v>
                </c:pt>
                <c:pt idx="943">
                  <c:v>0.674</c:v>
                </c:pt>
                <c:pt idx="944">
                  <c:v>0.747</c:v>
                </c:pt>
                <c:pt idx="945">
                  <c:v>0.633</c:v>
                </c:pt>
                <c:pt idx="946">
                  <c:v>0.989</c:v>
                </c:pt>
                <c:pt idx="947">
                  <c:v>0.437</c:v>
                </c:pt>
                <c:pt idx="948">
                  <c:v>0.85</c:v>
                </c:pt>
                <c:pt idx="949">
                  <c:v>0.426</c:v>
                </c:pt>
                <c:pt idx="950">
                  <c:v>0.503</c:v>
                </c:pt>
                <c:pt idx="951">
                  <c:v>0.761</c:v>
                </c:pt>
                <c:pt idx="952">
                  <c:v>0.694</c:v>
                </c:pt>
                <c:pt idx="953">
                  <c:v>0.829</c:v>
                </c:pt>
                <c:pt idx="954">
                  <c:v>0.717</c:v>
                </c:pt>
                <c:pt idx="955">
                  <c:v>0.89</c:v>
                </c:pt>
                <c:pt idx="956">
                  <c:v>0.923</c:v>
                </c:pt>
                <c:pt idx="957">
                  <c:v>0.644</c:v>
                </c:pt>
                <c:pt idx="958">
                  <c:v>0.898</c:v>
                </c:pt>
                <c:pt idx="959">
                  <c:v>0.815</c:v>
                </c:pt>
                <c:pt idx="960">
                  <c:v>0.961</c:v>
                </c:pt>
                <c:pt idx="961">
                  <c:v>0.828</c:v>
                </c:pt>
                <c:pt idx="962">
                  <c:v>0.872</c:v>
                </c:pt>
                <c:pt idx="963">
                  <c:v>0.467</c:v>
                </c:pt>
                <c:pt idx="964">
                  <c:v>0.995</c:v>
                </c:pt>
                <c:pt idx="965">
                  <c:v>0.883</c:v>
                </c:pt>
                <c:pt idx="966">
                  <c:v>0.302</c:v>
                </c:pt>
                <c:pt idx="967">
                  <c:v>0.477</c:v>
                </c:pt>
                <c:pt idx="968">
                  <c:v>0.921</c:v>
                </c:pt>
                <c:pt idx="969">
                  <c:v>0.948</c:v>
                </c:pt>
                <c:pt idx="970">
                  <c:v>0.706</c:v>
                </c:pt>
                <c:pt idx="971">
                  <c:v>0.862</c:v>
                </c:pt>
                <c:pt idx="972">
                  <c:v>0.742</c:v>
                </c:pt>
                <c:pt idx="973">
                  <c:v>0.659</c:v>
                </c:pt>
                <c:pt idx="974">
                  <c:v>0.757</c:v>
                </c:pt>
                <c:pt idx="975">
                  <c:v>0.955</c:v>
                </c:pt>
                <c:pt idx="976">
                  <c:v>0.836</c:v>
                </c:pt>
                <c:pt idx="977">
                  <c:v>0.927</c:v>
                </c:pt>
                <c:pt idx="978">
                  <c:v>0.983</c:v>
                </c:pt>
                <c:pt idx="979">
                  <c:v>0.718</c:v>
                </c:pt>
                <c:pt idx="980">
                  <c:v>0.977</c:v>
                </c:pt>
                <c:pt idx="981">
                  <c:v>0.514</c:v>
                </c:pt>
                <c:pt idx="982">
                  <c:v>0.999</c:v>
                </c:pt>
                <c:pt idx="983">
                  <c:v>0.454</c:v>
                </c:pt>
                <c:pt idx="984">
                  <c:v>0.854</c:v>
                </c:pt>
                <c:pt idx="985">
                  <c:v>0.64</c:v>
                </c:pt>
                <c:pt idx="986">
                  <c:v>0.755</c:v>
                </c:pt>
                <c:pt idx="987">
                  <c:v>0.432</c:v>
                </c:pt>
                <c:pt idx="988">
                  <c:v>0.602</c:v>
                </c:pt>
                <c:pt idx="989">
                  <c:v>0.836</c:v>
                </c:pt>
                <c:pt idx="990">
                  <c:v>0.905</c:v>
                </c:pt>
                <c:pt idx="991">
                  <c:v>0.477</c:v>
                </c:pt>
                <c:pt idx="992">
                  <c:v>0.356</c:v>
                </c:pt>
                <c:pt idx="993">
                  <c:v>0.469</c:v>
                </c:pt>
                <c:pt idx="994">
                  <c:v>0.762</c:v>
                </c:pt>
                <c:pt idx="995">
                  <c:v>0.93</c:v>
                </c:pt>
                <c:pt idx="996">
                  <c:v>0.7</c:v>
                </c:pt>
                <c:pt idx="997">
                  <c:v>0.83</c:v>
                </c:pt>
                <c:pt idx="998">
                  <c:v>0.439</c:v>
                </c:pt>
                <c:pt idx="999">
                  <c:v>0.882</c:v>
                </c:pt>
                <c:pt idx="1000">
                  <c:v>0.877</c:v>
                </c:pt>
                <c:pt idx="1001">
                  <c:v>0.8</c:v>
                </c:pt>
                <c:pt idx="1002">
                  <c:v>0.756</c:v>
                </c:pt>
                <c:pt idx="1003">
                  <c:v>0.0341</c:v>
                </c:pt>
                <c:pt idx="1004">
                  <c:v>0.737</c:v>
                </c:pt>
                <c:pt idx="1005">
                  <c:v>0.575</c:v>
                </c:pt>
                <c:pt idx="1006">
                  <c:v>0.646</c:v>
                </c:pt>
                <c:pt idx="1007">
                  <c:v>0.674</c:v>
                </c:pt>
                <c:pt idx="1008">
                  <c:v>0.686</c:v>
                </c:pt>
                <c:pt idx="1009">
                  <c:v>0.916</c:v>
                </c:pt>
                <c:pt idx="1010">
                  <c:v>0.472</c:v>
                </c:pt>
                <c:pt idx="1011">
                  <c:v>0.588</c:v>
                </c:pt>
                <c:pt idx="1012">
                  <c:v>0.876</c:v>
                </c:pt>
                <c:pt idx="1013">
                  <c:v>0.0774</c:v>
                </c:pt>
                <c:pt idx="1014">
                  <c:v>0.532</c:v>
                </c:pt>
                <c:pt idx="1015">
                  <c:v>0.574</c:v>
                </c:pt>
                <c:pt idx="1016">
                  <c:v>0.958</c:v>
                </c:pt>
                <c:pt idx="1017">
                  <c:v>0.86</c:v>
                </c:pt>
                <c:pt idx="1018">
                  <c:v>0.834</c:v>
                </c:pt>
                <c:pt idx="1019">
                  <c:v>0.0000305</c:v>
                </c:pt>
                <c:pt idx="1020">
                  <c:v>0.771</c:v>
                </c:pt>
                <c:pt idx="1021">
                  <c:v>0.969</c:v>
                </c:pt>
                <c:pt idx="1022">
                  <c:v>0.709</c:v>
                </c:pt>
                <c:pt idx="1023">
                  <c:v>0.326</c:v>
                </c:pt>
                <c:pt idx="1024">
                  <c:v>0.499</c:v>
                </c:pt>
                <c:pt idx="1025">
                  <c:v>0.684</c:v>
                </c:pt>
                <c:pt idx="1026">
                  <c:v>0.469</c:v>
                </c:pt>
                <c:pt idx="1027">
                  <c:v>0.175</c:v>
                </c:pt>
                <c:pt idx="1028">
                  <c:v>0.704</c:v>
                </c:pt>
                <c:pt idx="1029">
                  <c:v>0.204</c:v>
                </c:pt>
                <c:pt idx="1030">
                  <c:v>0.728</c:v>
                </c:pt>
                <c:pt idx="1031">
                  <c:v>0.478</c:v>
                </c:pt>
                <c:pt idx="1032">
                  <c:v>0.454</c:v>
                </c:pt>
                <c:pt idx="1033">
                  <c:v>0.29</c:v>
                </c:pt>
                <c:pt idx="1034">
                  <c:v>0.324</c:v>
                </c:pt>
                <c:pt idx="1035">
                  <c:v>0.585</c:v>
                </c:pt>
                <c:pt idx="1036">
                  <c:v>0.89</c:v>
                </c:pt>
                <c:pt idx="1037">
                  <c:v>0.823</c:v>
                </c:pt>
                <c:pt idx="1038">
                  <c:v>0.224</c:v>
                </c:pt>
                <c:pt idx="1039">
                  <c:v>0.855</c:v>
                </c:pt>
                <c:pt idx="1040">
                  <c:v>0.804</c:v>
                </c:pt>
                <c:pt idx="1041">
                  <c:v>0.892</c:v>
                </c:pt>
                <c:pt idx="1042">
                  <c:v>0.509</c:v>
                </c:pt>
                <c:pt idx="1043">
                  <c:v>0.833</c:v>
                </c:pt>
                <c:pt idx="1044">
                  <c:v>0.927</c:v>
                </c:pt>
                <c:pt idx="1045">
                  <c:v>0.407</c:v>
                </c:pt>
                <c:pt idx="1046">
                  <c:v>0.564</c:v>
                </c:pt>
                <c:pt idx="1047">
                  <c:v>0.602</c:v>
                </c:pt>
                <c:pt idx="1048">
                  <c:v>0.661</c:v>
                </c:pt>
                <c:pt idx="1049">
                  <c:v>0.645</c:v>
                </c:pt>
                <c:pt idx="1050">
                  <c:v>0.874</c:v>
                </c:pt>
                <c:pt idx="1051">
                  <c:v>0.18</c:v>
                </c:pt>
                <c:pt idx="1052">
                  <c:v>0.702</c:v>
                </c:pt>
                <c:pt idx="1053">
                  <c:v>0.34</c:v>
                </c:pt>
                <c:pt idx="1054">
                  <c:v>0.907</c:v>
                </c:pt>
                <c:pt idx="1055">
                  <c:v>0.123</c:v>
                </c:pt>
                <c:pt idx="1056">
                  <c:v>0.567</c:v>
                </c:pt>
                <c:pt idx="1057">
                  <c:v>0.012</c:v>
                </c:pt>
                <c:pt idx="1058">
                  <c:v>0.419</c:v>
                </c:pt>
                <c:pt idx="1059">
                  <c:v>0.13</c:v>
                </c:pt>
                <c:pt idx="1060">
                  <c:v>0.779</c:v>
                </c:pt>
                <c:pt idx="1061">
                  <c:v>0.487</c:v>
                </c:pt>
                <c:pt idx="1062">
                  <c:v>0.941</c:v>
                </c:pt>
                <c:pt idx="1063">
                  <c:v>0.948</c:v>
                </c:pt>
                <c:pt idx="1064">
                  <c:v>0.144</c:v>
                </c:pt>
                <c:pt idx="1065">
                  <c:v>0.75</c:v>
                </c:pt>
                <c:pt idx="1066">
                  <c:v>0.728</c:v>
                </c:pt>
                <c:pt idx="1067">
                  <c:v>0.794</c:v>
                </c:pt>
                <c:pt idx="1068">
                  <c:v>0.659</c:v>
                </c:pt>
                <c:pt idx="1069">
                  <c:v>0.86</c:v>
                </c:pt>
                <c:pt idx="1070">
                  <c:v>0.648</c:v>
                </c:pt>
                <c:pt idx="1071">
                  <c:v>0.599</c:v>
                </c:pt>
                <c:pt idx="1072">
                  <c:v>0.807</c:v>
                </c:pt>
                <c:pt idx="1073">
                  <c:v>0.726</c:v>
                </c:pt>
                <c:pt idx="1074">
                  <c:v>0.978</c:v>
                </c:pt>
                <c:pt idx="1075">
                  <c:v>0.845</c:v>
                </c:pt>
                <c:pt idx="1076">
                  <c:v>0.973</c:v>
                </c:pt>
                <c:pt idx="1077">
                  <c:v>0.876</c:v>
                </c:pt>
                <c:pt idx="1078">
                  <c:v>0.624</c:v>
                </c:pt>
                <c:pt idx="1079">
                  <c:v>0.471</c:v>
                </c:pt>
                <c:pt idx="1080">
                  <c:v>0.562</c:v>
                </c:pt>
                <c:pt idx="1081">
                  <c:v>0.709</c:v>
                </c:pt>
                <c:pt idx="1082">
                  <c:v>0.522</c:v>
                </c:pt>
                <c:pt idx="1083">
                  <c:v>0.317</c:v>
                </c:pt>
                <c:pt idx="1084">
                  <c:v>0.819</c:v>
                </c:pt>
                <c:pt idx="1085">
                  <c:v>0.967</c:v>
                </c:pt>
                <c:pt idx="1086">
                  <c:v>0.962</c:v>
                </c:pt>
                <c:pt idx="1087">
                  <c:v>0.649</c:v>
                </c:pt>
                <c:pt idx="1088">
                  <c:v>0.78</c:v>
                </c:pt>
                <c:pt idx="1089">
                  <c:v>0.859</c:v>
                </c:pt>
                <c:pt idx="1090">
                  <c:v>0.366</c:v>
                </c:pt>
                <c:pt idx="1091">
                  <c:v>0.785</c:v>
                </c:pt>
                <c:pt idx="1092">
                  <c:v>0.308</c:v>
                </c:pt>
                <c:pt idx="1093">
                  <c:v>0.823</c:v>
                </c:pt>
                <c:pt idx="1094">
                  <c:v>0.656</c:v>
                </c:pt>
                <c:pt idx="1095">
                  <c:v>0.818</c:v>
                </c:pt>
                <c:pt idx="1096">
                  <c:v>0.973</c:v>
                </c:pt>
                <c:pt idx="1097">
                  <c:v>0.627</c:v>
                </c:pt>
                <c:pt idx="1098">
                  <c:v>0.473</c:v>
                </c:pt>
                <c:pt idx="1099">
                  <c:v>0.539</c:v>
                </c:pt>
                <c:pt idx="1100">
                  <c:v>0.635</c:v>
                </c:pt>
                <c:pt idx="1101">
                  <c:v>0.473</c:v>
                </c:pt>
                <c:pt idx="1102">
                  <c:v>0.994</c:v>
                </c:pt>
                <c:pt idx="1103">
                  <c:v>0.73</c:v>
                </c:pt>
                <c:pt idx="1104">
                  <c:v>0.961</c:v>
                </c:pt>
                <c:pt idx="1105">
                  <c:v>0.627</c:v>
                </c:pt>
                <c:pt idx="1106">
                  <c:v>0.456</c:v>
                </c:pt>
                <c:pt idx="1107">
                  <c:v>0.199</c:v>
                </c:pt>
                <c:pt idx="1108">
                  <c:v>0.725</c:v>
                </c:pt>
                <c:pt idx="1109">
                  <c:v>0.449</c:v>
                </c:pt>
                <c:pt idx="1110">
                  <c:v>0.195</c:v>
                </c:pt>
                <c:pt idx="1111">
                  <c:v>0.568</c:v>
                </c:pt>
                <c:pt idx="1112">
                  <c:v>0.444</c:v>
                </c:pt>
                <c:pt idx="1113">
                  <c:v>0.206</c:v>
                </c:pt>
                <c:pt idx="1114">
                  <c:v>0.00727</c:v>
                </c:pt>
                <c:pt idx="1115">
                  <c:v>0.0989</c:v>
                </c:pt>
                <c:pt idx="1116">
                  <c:v>0.0582</c:v>
                </c:pt>
                <c:pt idx="1117">
                  <c:v>0.611</c:v>
                </c:pt>
                <c:pt idx="1118">
                  <c:v>0.594</c:v>
                </c:pt>
                <c:pt idx="1119">
                  <c:v>0.959</c:v>
                </c:pt>
                <c:pt idx="1120">
                  <c:v>0.713</c:v>
                </c:pt>
                <c:pt idx="1121">
                  <c:v>0.54</c:v>
                </c:pt>
                <c:pt idx="1122">
                  <c:v>0.725</c:v>
                </c:pt>
                <c:pt idx="1123">
                  <c:v>0.421</c:v>
                </c:pt>
                <c:pt idx="1124">
                  <c:v>0.715</c:v>
                </c:pt>
                <c:pt idx="1125">
                  <c:v>0.719</c:v>
                </c:pt>
                <c:pt idx="1126">
                  <c:v>0.717</c:v>
                </c:pt>
                <c:pt idx="1127">
                  <c:v>0.921</c:v>
                </c:pt>
                <c:pt idx="1128">
                  <c:v>0.787</c:v>
                </c:pt>
                <c:pt idx="1129">
                  <c:v>0.395</c:v>
                </c:pt>
                <c:pt idx="1130">
                  <c:v>0.574</c:v>
                </c:pt>
                <c:pt idx="1131">
                  <c:v>0.726</c:v>
                </c:pt>
                <c:pt idx="1132">
                  <c:v>0.569</c:v>
                </c:pt>
                <c:pt idx="1133">
                  <c:v>0.706</c:v>
                </c:pt>
                <c:pt idx="1134">
                  <c:v>0.844</c:v>
                </c:pt>
                <c:pt idx="1135">
                  <c:v>0.726</c:v>
                </c:pt>
                <c:pt idx="1136">
                  <c:v>0.45</c:v>
                </c:pt>
                <c:pt idx="1137">
                  <c:v>0.853</c:v>
                </c:pt>
                <c:pt idx="1138">
                  <c:v>0.583</c:v>
                </c:pt>
                <c:pt idx="1139">
                  <c:v>0.444</c:v>
                </c:pt>
                <c:pt idx="1140">
                  <c:v>0.933</c:v>
                </c:pt>
                <c:pt idx="1141">
                  <c:v>0.487</c:v>
                </c:pt>
                <c:pt idx="1142">
                  <c:v>0.172</c:v>
                </c:pt>
                <c:pt idx="1143">
                  <c:v>0.394</c:v>
                </c:pt>
                <c:pt idx="1144">
                  <c:v>0.869</c:v>
                </c:pt>
                <c:pt idx="1145">
                  <c:v>0.976</c:v>
                </c:pt>
                <c:pt idx="1146">
                  <c:v>0.911</c:v>
                </c:pt>
                <c:pt idx="1147">
                  <c:v>0.617</c:v>
                </c:pt>
                <c:pt idx="1148">
                  <c:v>0.902</c:v>
                </c:pt>
                <c:pt idx="1149">
                  <c:v>0.289</c:v>
                </c:pt>
                <c:pt idx="1150">
                  <c:v>0.844</c:v>
                </c:pt>
                <c:pt idx="1151">
                  <c:v>0.69</c:v>
                </c:pt>
                <c:pt idx="1152">
                  <c:v>0.485</c:v>
                </c:pt>
                <c:pt idx="1153">
                  <c:v>0.416</c:v>
                </c:pt>
                <c:pt idx="1154">
                  <c:v>0.469</c:v>
                </c:pt>
                <c:pt idx="1155">
                  <c:v>0.0438</c:v>
                </c:pt>
                <c:pt idx="1156">
                  <c:v>0.556</c:v>
                </c:pt>
                <c:pt idx="1157">
                  <c:v>0.861</c:v>
                </c:pt>
                <c:pt idx="1158">
                  <c:v>0.662</c:v>
                </c:pt>
                <c:pt idx="1159">
                  <c:v>0.695</c:v>
                </c:pt>
                <c:pt idx="1160">
                  <c:v>0.392</c:v>
                </c:pt>
                <c:pt idx="1161">
                  <c:v>0.48</c:v>
                </c:pt>
                <c:pt idx="1162">
                  <c:v>0.765</c:v>
                </c:pt>
                <c:pt idx="1163">
                  <c:v>0.698</c:v>
                </c:pt>
                <c:pt idx="1164">
                  <c:v>0.748</c:v>
                </c:pt>
                <c:pt idx="1165">
                  <c:v>0.85</c:v>
                </c:pt>
                <c:pt idx="1166">
                  <c:v>0.407</c:v>
                </c:pt>
                <c:pt idx="1167">
                  <c:v>0.68</c:v>
                </c:pt>
                <c:pt idx="1168">
                  <c:v>0.833</c:v>
                </c:pt>
                <c:pt idx="1169">
                  <c:v>0.79</c:v>
                </c:pt>
                <c:pt idx="1170">
                  <c:v>0.959</c:v>
                </c:pt>
                <c:pt idx="1171">
                  <c:v>0.786</c:v>
                </c:pt>
                <c:pt idx="1172">
                  <c:v>0.815</c:v>
                </c:pt>
                <c:pt idx="1173">
                  <c:v>0.92</c:v>
                </c:pt>
                <c:pt idx="1174">
                  <c:v>0.415</c:v>
                </c:pt>
                <c:pt idx="1175">
                  <c:v>0.573</c:v>
                </c:pt>
                <c:pt idx="1176">
                  <c:v>0.844</c:v>
                </c:pt>
                <c:pt idx="1177">
                  <c:v>0.337</c:v>
                </c:pt>
                <c:pt idx="1178">
                  <c:v>0.745</c:v>
                </c:pt>
                <c:pt idx="1179">
                  <c:v>0.856</c:v>
                </c:pt>
                <c:pt idx="1180">
                  <c:v>0.731</c:v>
                </c:pt>
                <c:pt idx="1181">
                  <c:v>0.737</c:v>
                </c:pt>
                <c:pt idx="1182">
                  <c:v>0.903</c:v>
                </c:pt>
                <c:pt idx="1183">
                  <c:v>0.879</c:v>
                </c:pt>
                <c:pt idx="1184">
                  <c:v>0.968</c:v>
                </c:pt>
                <c:pt idx="1185">
                  <c:v>0.36</c:v>
                </c:pt>
                <c:pt idx="1186">
                  <c:v>0.861</c:v>
                </c:pt>
                <c:pt idx="1187">
                  <c:v>0.878</c:v>
                </c:pt>
                <c:pt idx="1188">
                  <c:v>0.582</c:v>
                </c:pt>
                <c:pt idx="1189">
                  <c:v>0.766</c:v>
                </c:pt>
                <c:pt idx="1190">
                  <c:v>0.834</c:v>
                </c:pt>
                <c:pt idx="1191">
                  <c:v>0.737</c:v>
                </c:pt>
                <c:pt idx="1192">
                  <c:v>0.902</c:v>
                </c:pt>
                <c:pt idx="1193">
                  <c:v>0.38</c:v>
                </c:pt>
                <c:pt idx="1194">
                  <c:v>0.72</c:v>
                </c:pt>
                <c:pt idx="1195">
                  <c:v>0.655</c:v>
                </c:pt>
                <c:pt idx="1196">
                  <c:v>0.467</c:v>
                </c:pt>
                <c:pt idx="1197">
                  <c:v>0.0139</c:v>
                </c:pt>
                <c:pt idx="1198">
                  <c:v>0.293</c:v>
                </c:pt>
                <c:pt idx="1199">
                  <c:v>0.535</c:v>
                </c:pt>
                <c:pt idx="1200">
                  <c:v>0.764</c:v>
                </c:pt>
                <c:pt idx="1201">
                  <c:v>0.974</c:v>
                </c:pt>
                <c:pt idx="1202">
                  <c:v>0.535</c:v>
                </c:pt>
                <c:pt idx="1203">
                  <c:v>0.372</c:v>
                </c:pt>
                <c:pt idx="1204">
                  <c:v>0.587</c:v>
                </c:pt>
                <c:pt idx="1205">
                  <c:v>0.083</c:v>
                </c:pt>
                <c:pt idx="1206">
                  <c:v>0.567</c:v>
                </c:pt>
                <c:pt idx="1207">
                  <c:v>0.0752</c:v>
                </c:pt>
                <c:pt idx="1208">
                  <c:v>0.743</c:v>
                </c:pt>
                <c:pt idx="1209">
                  <c:v>0.535</c:v>
                </c:pt>
                <c:pt idx="1210">
                  <c:v>0.742</c:v>
                </c:pt>
                <c:pt idx="1211">
                  <c:v>0.934</c:v>
                </c:pt>
                <c:pt idx="1212">
                  <c:v>0.998</c:v>
                </c:pt>
                <c:pt idx="1213">
                  <c:v>0.845</c:v>
                </c:pt>
                <c:pt idx="1214">
                  <c:v>0.739</c:v>
                </c:pt>
                <c:pt idx="1215">
                  <c:v>0.782</c:v>
                </c:pt>
                <c:pt idx="1216">
                  <c:v>0.837</c:v>
                </c:pt>
                <c:pt idx="1217">
                  <c:v>0.904</c:v>
                </c:pt>
                <c:pt idx="1218">
                  <c:v>0.52</c:v>
                </c:pt>
                <c:pt idx="1219">
                  <c:v>0.485</c:v>
                </c:pt>
                <c:pt idx="1220">
                  <c:v>0.83</c:v>
                </c:pt>
                <c:pt idx="1221">
                  <c:v>0.394</c:v>
                </c:pt>
                <c:pt idx="1222">
                  <c:v>0.708</c:v>
                </c:pt>
                <c:pt idx="1223">
                  <c:v>0.858</c:v>
                </c:pt>
                <c:pt idx="1224">
                  <c:v>0.432</c:v>
                </c:pt>
                <c:pt idx="1225">
                  <c:v>0.474</c:v>
                </c:pt>
                <c:pt idx="1226">
                  <c:v>0.108</c:v>
                </c:pt>
                <c:pt idx="1227">
                  <c:v>0.699</c:v>
                </c:pt>
                <c:pt idx="1228">
                  <c:v>0.726</c:v>
                </c:pt>
                <c:pt idx="1229">
                  <c:v>0.961</c:v>
                </c:pt>
                <c:pt idx="1230">
                  <c:v>0.64</c:v>
                </c:pt>
                <c:pt idx="1231">
                  <c:v>0.17</c:v>
                </c:pt>
                <c:pt idx="1232">
                  <c:v>0.788</c:v>
                </c:pt>
                <c:pt idx="1233">
                  <c:v>0.805</c:v>
                </c:pt>
                <c:pt idx="1234">
                  <c:v>0.999</c:v>
                </c:pt>
                <c:pt idx="1235">
                  <c:v>0.816</c:v>
                </c:pt>
                <c:pt idx="1236">
                  <c:v>0.939</c:v>
                </c:pt>
                <c:pt idx="1237">
                  <c:v>0.525</c:v>
                </c:pt>
                <c:pt idx="1238">
                  <c:v>0.89</c:v>
                </c:pt>
                <c:pt idx="1239">
                  <c:v>0.752</c:v>
                </c:pt>
                <c:pt idx="1240">
                  <c:v>0.233</c:v>
                </c:pt>
                <c:pt idx="1241">
                  <c:v>0.0907</c:v>
                </c:pt>
                <c:pt idx="1242">
                  <c:v>0.519</c:v>
                </c:pt>
                <c:pt idx="1243">
                  <c:v>0.889</c:v>
                </c:pt>
                <c:pt idx="1244">
                  <c:v>0.481</c:v>
                </c:pt>
                <c:pt idx="1245">
                  <c:v>0.857</c:v>
                </c:pt>
                <c:pt idx="1246">
                  <c:v>0.673</c:v>
                </c:pt>
                <c:pt idx="1247">
                  <c:v>0.695</c:v>
                </c:pt>
                <c:pt idx="1248">
                  <c:v>0.837</c:v>
                </c:pt>
                <c:pt idx="1249">
                  <c:v>0.739</c:v>
                </c:pt>
                <c:pt idx="1250">
                  <c:v>0.327</c:v>
                </c:pt>
                <c:pt idx="1251">
                  <c:v>0.688</c:v>
                </c:pt>
                <c:pt idx="1252">
                  <c:v>0.886</c:v>
                </c:pt>
                <c:pt idx="1253">
                  <c:v>0.676</c:v>
                </c:pt>
                <c:pt idx="1254">
                  <c:v>0.778</c:v>
                </c:pt>
                <c:pt idx="1255">
                  <c:v>0.564</c:v>
                </c:pt>
                <c:pt idx="1256">
                  <c:v>0.255</c:v>
                </c:pt>
                <c:pt idx="1257">
                  <c:v>0.577</c:v>
                </c:pt>
                <c:pt idx="1258">
                  <c:v>0.388</c:v>
                </c:pt>
                <c:pt idx="1259">
                  <c:v>0.807</c:v>
                </c:pt>
                <c:pt idx="1260">
                  <c:v>0.98</c:v>
                </c:pt>
                <c:pt idx="1261">
                  <c:v>0.805</c:v>
                </c:pt>
                <c:pt idx="1262">
                  <c:v>0.449</c:v>
                </c:pt>
                <c:pt idx="1263">
                  <c:v>0.882</c:v>
                </c:pt>
                <c:pt idx="1264">
                  <c:v>0.789</c:v>
                </c:pt>
                <c:pt idx="1265">
                  <c:v>0.668</c:v>
                </c:pt>
                <c:pt idx="1266">
                  <c:v>0.357</c:v>
                </c:pt>
                <c:pt idx="1267">
                  <c:v>0.677</c:v>
                </c:pt>
                <c:pt idx="1268">
                  <c:v>0.0239</c:v>
                </c:pt>
                <c:pt idx="1269">
                  <c:v>0.287</c:v>
                </c:pt>
                <c:pt idx="1270">
                  <c:v>0.768</c:v>
                </c:pt>
                <c:pt idx="1271">
                  <c:v>0.906</c:v>
                </c:pt>
                <c:pt idx="1272">
                  <c:v>0.86</c:v>
                </c:pt>
                <c:pt idx="1273">
                  <c:v>0.67</c:v>
                </c:pt>
                <c:pt idx="1274">
                  <c:v>0.593</c:v>
                </c:pt>
                <c:pt idx="1275">
                  <c:v>0.961</c:v>
                </c:pt>
                <c:pt idx="1276">
                  <c:v>0.824</c:v>
                </c:pt>
                <c:pt idx="1277">
                  <c:v>0.924</c:v>
                </c:pt>
                <c:pt idx="1278">
                  <c:v>0.634</c:v>
                </c:pt>
                <c:pt idx="1279">
                  <c:v>0.899</c:v>
                </c:pt>
                <c:pt idx="1280">
                  <c:v>0.675</c:v>
                </c:pt>
                <c:pt idx="1281">
                  <c:v>0.214</c:v>
                </c:pt>
                <c:pt idx="1282">
                  <c:v>0.964</c:v>
                </c:pt>
                <c:pt idx="1283">
                  <c:v>0.68</c:v>
                </c:pt>
                <c:pt idx="1284">
                  <c:v>0.936</c:v>
                </c:pt>
                <c:pt idx="1285">
                  <c:v>0.945</c:v>
                </c:pt>
                <c:pt idx="1286">
                  <c:v>0.411</c:v>
                </c:pt>
                <c:pt idx="1287">
                  <c:v>0.694</c:v>
                </c:pt>
                <c:pt idx="1288">
                  <c:v>0.789</c:v>
                </c:pt>
                <c:pt idx="1289">
                  <c:v>0.675</c:v>
                </c:pt>
                <c:pt idx="1290">
                  <c:v>0.962</c:v>
                </c:pt>
                <c:pt idx="1291">
                  <c:v>0.466</c:v>
                </c:pt>
                <c:pt idx="1292">
                  <c:v>0.66</c:v>
                </c:pt>
                <c:pt idx="1293">
                  <c:v>0.958</c:v>
                </c:pt>
                <c:pt idx="1294">
                  <c:v>0.907</c:v>
                </c:pt>
                <c:pt idx="1295">
                  <c:v>0.784</c:v>
                </c:pt>
                <c:pt idx="1296">
                  <c:v>0.916</c:v>
                </c:pt>
                <c:pt idx="1297">
                  <c:v>0.811</c:v>
                </c:pt>
                <c:pt idx="1298">
                  <c:v>0.737</c:v>
                </c:pt>
                <c:pt idx="1299">
                  <c:v>0.764</c:v>
                </c:pt>
                <c:pt idx="1300">
                  <c:v>0.809</c:v>
                </c:pt>
                <c:pt idx="1301">
                  <c:v>0.768</c:v>
                </c:pt>
                <c:pt idx="1302">
                  <c:v>0.72</c:v>
                </c:pt>
                <c:pt idx="1303">
                  <c:v>0.816</c:v>
                </c:pt>
                <c:pt idx="1304">
                  <c:v>0.458</c:v>
                </c:pt>
                <c:pt idx="1305">
                  <c:v>0.669</c:v>
                </c:pt>
                <c:pt idx="1306">
                  <c:v>0.804</c:v>
                </c:pt>
                <c:pt idx="1307">
                  <c:v>0.462</c:v>
                </c:pt>
                <c:pt idx="1308">
                  <c:v>0.265</c:v>
                </c:pt>
                <c:pt idx="1309">
                  <c:v>0.721</c:v>
                </c:pt>
                <c:pt idx="1310">
                  <c:v>0.847</c:v>
                </c:pt>
                <c:pt idx="1311">
                  <c:v>0.448</c:v>
                </c:pt>
                <c:pt idx="1312">
                  <c:v>0.961</c:v>
                </c:pt>
                <c:pt idx="1313">
                  <c:v>0.982</c:v>
                </c:pt>
                <c:pt idx="1314">
                  <c:v>0.933</c:v>
                </c:pt>
                <c:pt idx="1315">
                  <c:v>0.735</c:v>
                </c:pt>
                <c:pt idx="1316">
                  <c:v>0.0799</c:v>
                </c:pt>
                <c:pt idx="1317">
                  <c:v>0.67</c:v>
                </c:pt>
                <c:pt idx="1318">
                  <c:v>0.682</c:v>
                </c:pt>
                <c:pt idx="1319">
                  <c:v>0.17</c:v>
                </c:pt>
                <c:pt idx="1320">
                  <c:v>0.558</c:v>
                </c:pt>
                <c:pt idx="1321">
                  <c:v>0.955</c:v>
                </c:pt>
                <c:pt idx="1322">
                  <c:v>0.894</c:v>
                </c:pt>
                <c:pt idx="1323">
                  <c:v>0.621</c:v>
                </c:pt>
                <c:pt idx="1324">
                  <c:v>0.901</c:v>
                </c:pt>
                <c:pt idx="1325">
                  <c:v>0.574</c:v>
                </c:pt>
                <c:pt idx="1326">
                  <c:v>0.978</c:v>
                </c:pt>
                <c:pt idx="1327">
                  <c:v>0.719</c:v>
                </c:pt>
                <c:pt idx="1328">
                  <c:v>0.792</c:v>
                </c:pt>
                <c:pt idx="1329">
                  <c:v>0.768</c:v>
                </c:pt>
                <c:pt idx="1330">
                  <c:v>0.581</c:v>
                </c:pt>
                <c:pt idx="1331">
                  <c:v>0.48</c:v>
                </c:pt>
                <c:pt idx="1332">
                  <c:v>0.442</c:v>
                </c:pt>
                <c:pt idx="1333">
                  <c:v>0.94</c:v>
                </c:pt>
                <c:pt idx="1334">
                  <c:v>0.674</c:v>
                </c:pt>
                <c:pt idx="1335">
                  <c:v>0.635</c:v>
                </c:pt>
                <c:pt idx="1336">
                  <c:v>0.274</c:v>
                </c:pt>
                <c:pt idx="1337">
                  <c:v>0.446</c:v>
                </c:pt>
                <c:pt idx="1338">
                  <c:v>0.654</c:v>
                </c:pt>
                <c:pt idx="1339">
                  <c:v>0.605</c:v>
                </c:pt>
                <c:pt idx="1340">
                  <c:v>0.411</c:v>
                </c:pt>
                <c:pt idx="1341">
                  <c:v>0.74</c:v>
                </c:pt>
                <c:pt idx="1342">
                  <c:v>0.836</c:v>
                </c:pt>
                <c:pt idx="1343">
                  <c:v>0.966</c:v>
                </c:pt>
                <c:pt idx="1344">
                  <c:v>0.488</c:v>
                </c:pt>
                <c:pt idx="1345">
                  <c:v>0.917</c:v>
                </c:pt>
                <c:pt idx="1346">
                  <c:v>0.871</c:v>
                </c:pt>
                <c:pt idx="1347">
                  <c:v>0.718</c:v>
                </c:pt>
                <c:pt idx="1348">
                  <c:v>0.946</c:v>
                </c:pt>
                <c:pt idx="1349">
                  <c:v>0.92</c:v>
                </c:pt>
                <c:pt idx="1350">
                  <c:v>0.449</c:v>
                </c:pt>
                <c:pt idx="1351">
                  <c:v>0.123</c:v>
                </c:pt>
                <c:pt idx="1352">
                  <c:v>0.315</c:v>
                </c:pt>
                <c:pt idx="1353">
                  <c:v>0.644</c:v>
                </c:pt>
                <c:pt idx="1354">
                  <c:v>0.348</c:v>
                </c:pt>
                <c:pt idx="1355">
                  <c:v>0.925</c:v>
                </c:pt>
                <c:pt idx="1356">
                  <c:v>0.72</c:v>
                </c:pt>
                <c:pt idx="1357">
                  <c:v>0.412</c:v>
                </c:pt>
                <c:pt idx="1358">
                  <c:v>0.878</c:v>
                </c:pt>
                <c:pt idx="1359">
                  <c:v>0.208</c:v>
                </c:pt>
                <c:pt idx="1360">
                  <c:v>0.979</c:v>
                </c:pt>
                <c:pt idx="1361">
                  <c:v>0.877</c:v>
                </c:pt>
                <c:pt idx="1362">
                  <c:v>0.501</c:v>
                </c:pt>
                <c:pt idx="1363">
                  <c:v>0.57</c:v>
                </c:pt>
                <c:pt idx="1364">
                  <c:v>0.414</c:v>
                </c:pt>
                <c:pt idx="1365">
                  <c:v>0.905</c:v>
                </c:pt>
                <c:pt idx="1366">
                  <c:v>0.832</c:v>
                </c:pt>
                <c:pt idx="1367">
                  <c:v>0.602</c:v>
                </c:pt>
                <c:pt idx="1368">
                  <c:v>0.485</c:v>
                </c:pt>
                <c:pt idx="1369">
                  <c:v>0.645</c:v>
                </c:pt>
                <c:pt idx="1370">
                  <c:v>0.817</c:v>
                </c:pt>
                <c:pt idx="1371">
                  <c:v>0.91</c:v>
                </c:pt>
                <c:pt idx="1372">
                  <c:v>0.817</c:v>
                </c:pt>
                <c:pt idx="1373">
                  <c:v>0.456</c:v>
                </c:pt>
                <c:pt idx="1374">
                  <c:v>0.714</c:v>
                </c:pt>
                <c:pt idx="1375">
                  <c:v>0.784</c:v>
                </c:pt>
                <c:pt idx="1376">
                  <c:v>0.825</c:v>
                </c:pt>
                <c:pt idx="1377">
                  <c:v>0.899</c:v>
                </c:pt>
                <c:pt idx="1378">
                  <c:v>0.321</c:v>
                </c:pt>
                <c:pt idx="1379">
                  <c:v>0.776</c:v>
                </c:pt>
                <c:pt idx="1380">
                  <c:v>0.77</c:v>
                </c:pt>
                <c:pt idx="1381">
                  <c:v>0.743</c:v>
                </c:pt>
                <c:pt idx="1382">
                  <c:v>0.716</c:v>
                </c:pt>
                <c:pt idx="1383">
                  <c:v>0.873</c:v>
                </c:pt>
                <c:pt idx="1384">
                  <c:v>0.673</c:v>
                </c:pt>
                <c:pt idx="1385">
                  <c:v>0.736</c:v>
                </c:pt>
                <c:pt idx="1386">
                  <c:v>0.962</c:v>
                </c:pt>
                <c:pt idx="1387">
                  <c:v>0.186</c:v>
                </c:pt>
                <c:pt idx="1388">
                  <c:v>0.746</c:v>
                </c:pt>
                <c:pt idx="1389">
                  <c:v>0.004</c:v>
                </c:pt>
                <c:pt idx="1390">
                  <c:v>0.754</c:v>
                </c:pt>
                <c:pt idx="1391">
                  <c:v>0.775</c:v>
                </c:pt>
                <c:pt idx="1392">
                  <c:v>0.282</c:v>
                </c:pt>
                <c:pt idx="1393">
                  <c:v>0.883</c:v>
                </c:pt>
                <c:pt idx="1394">
                  <c:v>0.981</c:v>
                </c:pt>
                <c:pt idx="1395">
                  <c:v>0.672</c:v>
                </c:pt>
                <c:pt idx="1396">
                  <c:v>0.775</c:v>
                </c:pt>
                <c:pt idx="1397">
                  <c:v>0.701</c:v>
                </c:pt>
                <c:pt idx="1398">
                  <c:v>0.739</c:v>
                </c:pt>
                <c:pt idx="1399">
                  <c:v>0.385</c:v>
                </c:pt>
                <c:pt idx="1400">
                  <c:v>0.649</c:v>
                </c:pt>
                <c:pt idx="1401">
                  <c:v>0.285</c:v>
                </c:pt>
                <c:pt idx="1402">
                  <c:v>0.891</c:v>
                </c:pt>
                <c:pt idx="1403">
                  <c:v>0.442</c:v>
                </c:pt>
                <c:pt idx="1404">
                  <c:v>0.684</c:v>
                </c:pt>
                <c:pt idx="1405">
                  <c:v>0.161</c:v>
                </c:pt>
                <c:pt idx="1406">
                  <c:v>0.819</c:v>
                </c:pt>
                <c:pt idx="1407">
                  <c:v>0.373</c:v>
                </c:pt>
                <c:pt idx="1408">
                  <c:v>0.842</c:v>
                </c:pt>
                <c:pt idx="1409">
                  <c:v>0.752</c:v>
                </c:pt>
                <c:pt idx="1410">
                  <c:v>0.633</c:v>
                </c:pt>
                <c:pt idx="1411">
                  <c:v>0.628</c:v>
                </c:pt>
                <c:pt idx="1412">
                  <c:v>0.95</c:v>
                </c:pt>
                <c:pt idx="1413">
                  <c:v>0.395</c:v>
                </c:pt>
                <c:pt idx="1414">
                  <c:v>0.459</c:v>
                </c:pt>
                <c:pt idx="1415">
                  <c:v>0.812</c:v>
                </c:pt>
                <c:pt idx="1416">
                  <c:v>0.671</c:v>
                </c:pt>
                <c:pt idx="1417">
                  <c:v>0.866</c:v>
                </c:pt>
                <c:pt idx="1418">
                  <c:v>0.913</c:v>
                </c:pt>
                <c:pt idx="1419">
                  <c:v>0.551</c:v>
                </c:pt>
                <c:pt idx="1420">
                  <c:v>0.971</c:v>
                </c:pt>
                <c:pt idx="1421">
                  <c:v>0.921</c:v>
                </c:pt>
                <c:pt idx="1422">
                  <c:v>0.945</c:v>
                </c:pt>
                <c:pt idx="1423">
                  <c:v>0.612</c:v>
                </c:pt>
                <c:pt idx="1424">
                  <c:v>0.744</c:v>
                </c:pt>
                <c:pt idx="1425">
                  <c:v>0.885</c:v>
                </c:pt>
                <c:pt idx="1426">
                  <c:v>0.537</c:v>
                </c:pt>
                <c:pt idx="1427">
                  <c:v>0.494</c:v>
                </c:pt>
                <c:pt idx="1428">
                  <c:v>0.756</c:v>
                </c:pt>
                <c:pt idx="1429">
                  <c:v>0.742</c:v>
                </c:pt>
                <c:pt idx="1430">
                  <c:v>0.605</c:v>
                </c:pt>
                <c:pt idx="1431">
                  <c:v>0.379</c:v>
                </c:pt>
                <c:pt idx="1432">
                  <c:v>0.627</c:v>
                </c:pt>
                <c:pt idx="1433">
                  <c:v>0.881</c:v>
                </c:pt>
                <c:pt idx="1434">
                  <c:v>0.0325</c:v>
                </c:pt>
                <c:pt idx="1435">
                  <c:v>0.954</c:v>
                </c:pt>
                <c:pt idx="1436">
                  <c:v>0.954</c:v>
                </c:pt>
                <c:pt idx="1437">
                  <c:v>0.924</c:v>
                </c:pt>
                <c:pt idx="1438">
                  <c:v>0.964</c:v>
                </c:pt>
                <c:pt idx="1439">
                  <c:v>0.769</c:v>
                </c:pt>
                <c:pt idx="1440">
                  <c:v>0.453</c:v>
                </c:pt>
                <c:pt idx="1441">
                  <c:v>0.982</c:v>
                </c:pt>
                <c:pt idx="1442">
                  <c:v>0.858</c:v>
                </c:pt>
                <c:pt idx="1443">
                  <c:v>0.844</c:v>
                </c:pt>
                <c:pt idx="1444">
                  <c:v>0.761</c:v>
                </c:pt>
                <c:pt idx="1445">
                  <c:v>0.574</c:v>
                </c:pt>
                <c:pt idx="1446">
                  <c:v>0.868</c:v>
                </c:pt>
                <c:pt idx="1447">
                  <c:v>0.433</c:v>
                </c:pt>
                <c:pt idx="1448">
                  <c:v>0.661</c:v>
                </c:pt>
                <c:pt idx="1449">
                  <c:v>0.959</c:v>
                </c:pt>
                <c:pt idx="1450">
                  <c:v>0.625</c:v>
                </c:pt>
                <c:pt idx="1451">
                  <c:v>0.409</c:v>
                </c:pt>
                <c:pt idx="1452">
                  <c:v>0.76</c:v>
                </c:pt>
                <c:pt idx="1453">
                  <c:v>0.8</c:v>
                </c:pt>
                <c:pt idx="1454">
                  <c:v>0.199</c:v>
                </c:pt>
                <c:pt idx="1455">
                  <c:v>0.41</c:v>
                </c:pt>
                <c:pt idx="1456">
                  <c:v>0.951</c:v>
                </c:pt>
                <c:pt idx="1457">
                  <c:v>0.492</c:v>
                </c:pt>
                <c:pt idx="1458">
                  <c:v>0.885</c:v>
                </c:pt>
                <c:pt idx="1459">
                  <c:v>0.682</c:v>
                </c:pt>
                <c:pt idx="1460">
                  <c:v>0.311</c:v>
                </c:pt>
                <c:pt idx="1461">
                  <c:v>0.981</c:v>
                </c:pt>
                <c:pt idx="1462">
                  <c:v>0.877</c:v>
                </c:pt>
                <c:pt idx="1463">
                  <c:v>0.599</c:v>
                </c:pt>
                <c:pt idx="1464">
                  <c:v>0.657</c:v>
                </c:pt>
                <c:pt idx="1465">
                  <c:v>0.722</c:v>
                </c:pt>
                <c:pt idx="1466">
                  <c:v>0.647</c:v>
                </c:pt>
                <c:pt idx="1467">
                  <c:v>0.557</c:v>
                </c:pt>
                <c:pt idx="1468">
                  <c:v>0.832</c:v>
                </c:pt>
                <c:pt idx="1469">
                  <c:v>0.515</c:v>
                </c:pt>
                <c:pt idx="1470">
                  <c:v>0.521</c:v>
                </c:pt>
                <c:pt idx="1471">
                  <c:v>0.559</c:v>
                </c:pt>
                <c:pt idx="1472">
                  <c:v>0.794</c:v>
                </c:pt>
                <c:pt idx="1473">
                  <c:v>0.541</c:v>
                </c:pt>
                <c:pt idx="1474">
                  <c:v>0.0882</c:v>
                </c:pt>
                <c:pt idx="1475">
                  <c:v>0.569</c:v>
                </c:pt>
                <c:pt idx="1476">
                  <c:v>0.947</c:v>
                </c:pt>
                <c:pt idx="1477">
                  <c:v>0.847</c:v>
                </c:pt>
                <c:pt idx="1478">
                  <c:v>0.948</c:v>
                </c:pt>
                <c:pt idx="1479">
                  <c:v>0.654</c:v>
                </c:pt>
                <c:pt idx="1480">
                  <c:v>0.575</c:v>
                </c:pt>
                <c:pt idx="1481">
                  <c:v>0.967</c:v>
                </c:pt>
                <c:pt idx="1482">
                  <c:v>0.373</c:v>
                </c:pt>
                <c:pt idx="1483">
                  <c:v>0.598</c:v>
                </c:pt>
                <c:pt idx="1484">
                  <c:v>0.879</c:v>
                </c:pt>
                <c:pt idx="1485">
                  <c:v>0.014</c:v>
                </c:pt>
                <c:pt idx="1486">
                  <c:v>0.187</c:v>
                </c:pt>
                <c:pt idx="1487">
                  <c:v>0.831</c:v>
                </c:pt>
                <c:pt idx="1488">
                  <c:v>0.295</c:v>
                </c:pt>
                <c:pt idx="1489">
                  <c:v>0.661</c:v>
                </c:pt>
                <c:pt idx="1490">
                  <c:v>0.507</c:v>
                </c:pt>
                <c:pt idx="1491">
                  <c:v>0.324</c:v>
                </c:pt>
                <c:pt idx="1492">
                  <c:v>0.346</c:v>
                </c:pt>
                <c:pt idx="1493">
                  <c:v>0.113</c:v>
                </c:pt>
                <c:pt idx="1494">
                  <c:v>0.677</c:v>
                </c:pt>
                <c:pt idx="1495">
                  <c:v>0.543</c:v>
                </c:pt>
                <c:pt idx="1496">
                  <c:v>0.451</c:v>
                </c:pt>
                <c:pt idx="1497">
                  <c:v>0.985</c:v>
                </c:pt>
                <c:pt idx="1498">
                  <c:v>0.857</c:v>
                </c:pt>
                <c:pt idx="1499">
                  <c:v>0.235</c:v>
                </c:pt>
                <c:pt idx="1500">
                  <c:v>0.638</c:v>
                </c:pt>
                <c:pt idx="1501">
                  <c:v>0.58</c:v>
                </c:pt>
                <c:pt idx="1502">
                  <c:v>0.665</c:v>
                </c:pt>
                <c:pt idx="1503">
                  <c:v>0.433</c:v>
                </c:pt>
                <c:pt idx="1504">
                  <c:v>0.416</c:v>
                </c:pt>
                <c:pt idx="1505">
                  <c:v>0.869</c:v>
                </c:pt>
                <c:pt idx="1506">
                  <c:v>0.64</c:v>
                </c:pt>
                <c:pt idx="1507">
                  <c:v>0.785</c:v>
                </c:pt>
                <c:pt idx="1508">
                  <c:v>0.121</c:v>
                </c:pt>
                <c:pt idx="1509">
                  <c:v>0.241</c:v>
                </c:pt>
                <c:pt idx="1510">
                  <c:v>0.962</c:v>
                </c:pt>
                <c:pt idx="1511">
                  <c:v>0.923</c:v>
                </c:pt>
                <c:pt idx="1512">
                  <c:v>0.429</c:v>
                </c:pt>
                <c:pt idx="1513">
                  <c:v>0.914</c:v>
                </c:pt>
                <c:pt idx="1514">
                  <c:v>0.867</c:v>
                </c:pt>
                <c:pt idx="1515">
                  <c:v>0.541</c:v>
                </c:pt>
                <c:pt idx="1516">
                  <c:v>0.92</c:v>
                </c:pt>
                <c:pt idx="1517">
                  <c:v>0.699</c:v>
                </c:pt>
                <c:pt idx="1518">
                  <c:v>0.809</c:v>
                </c:pt>
                <c:pt idx="1519">
                  <c:v>0.552</c:v>
                </c:pt>
                <c:pt idx="1520">
                  <c:v>0.684</c:v>
                </c:pt>
                <c:pt idx="1521">
                  <c:v>0.394</c:v>
                </c:pt>
                <c:pt idx="1522">
                  <c:v>0.241</c:v>
                </c:pt>
                <c:pt idx="1523">
                  <c:v>0.681</c:v>
                </c:pt>
                <c:pt idx="1524">
                  <c:v>0.99</c:v>
                </c:pt>
                <c:pt idx="1525">
                  <c:v>0.586</c:v>
                </c:pt>
                <c:pt idx="1526">
                  <c:v>0.8</c:v>
                </c:pt>
                <c:pt idx="1527">
                  <c:v>0.642</c:v>
                </c:pt>
                <c:pt idx="1528">
                  <c:v>0.69</c:v>
                </c:pt>
                <c:pt idx="1529">
                  <c:v>0.835</c:v>
                </c:pt>
                <c:pt idx="1530">
                  <c:v>0.714</c:v>
                </c:pt>
                <c:pt idx="1531">
                  <c:v>0.317</c:v>
                </c:pt>
                <c:pt idx="1532">
                  <c:v>0.288</c:v>
                </c:pt>
                <c:pt idx="1533">
                  <c:v>0.871</c:v>
                </c:pt>
                <c:pt idx="1534">
                  <c:v>0.797</c:v>
                </c:pt>
                <c:pt idx="1535">
                  <c:v>0.905</c:v>
                </c:pt>
                <c:pt idx="1536">
                  <c:v>0.994</c:v>
                </c:pt>
                <c:pt idx="1537">
                  <c:v>0.331</c:v>
                </c:pt>
                <c:pt idx="1538">
                  <c:v>0.58</c:v>
                </c:pt>
                <c:pt idx="1539">
                  <c:v>0.706</c:v>
                </c:pt>
                <c:pt idx="1540">
                  <c:v>0.772</c:v>
                </c:pt>
                <c:pt idx="1541">
                  <c:v>0.393</c:v>
                </c:pt>
                <c:pt idx="1542">
                  <c:v>0.511</c:v>
                </c:pt>
                <c:pt idx="1543">
                  <c:v>0.645</c:v>
                </c:pt>
                <c:pt idx="1544">
                  <c:v>0.726</c:v>
                </c:pt>
                <c:pt idx="1545">
                  <c:v>0.828</c:v>
                </c:pt>
                <c:pt idx="1546">
                  <c:v>0.754</c:v>
                </c:pt>
                <c:pt idx="1547">
                  <c:v>0.67</c:v>
                </c:pt>
                <c:pt idx="1548">
                  <c:v>0.245</c:v>
                </c:pt>
                <c:pt idx="1549">
                  <c:v>0.811</c:v>
                </c:pt>
                <c:pt idx="1550">
                  <c:v>0.185</c:v>
                </c:pt>
                <c:pt idx="1551">
                  <c:v>0.139</c:v>
                </c:pt>
                <c:pt idx="1552">
                  <c:v>0.752</c:v>
                </c:pt>
                <c:pt idx="1553">
                  <c:v>0.531</c:v>
                </c:pt>
                <c:pt idx="1554">
                  <c:v>0.899</c:v>
                </c:pt>
                <c:pt idx="1555">
                  <c:v>0.356</c:v>
                </c:pt>
                <c:pt idx="1556">
                  <c:v>0.0108</c:v>
                </c:pt>
                <c:pt idx="1557">
                  <c:v>0.941</c:v>
                </c:pt>
                <c:pt idx="1558">
                  <c:v>0.951</c:v>
                </c:pt>
                <c:pt idx="1559">
                  <c:v>0.723</c:v>
                </c:pt>
                <c:pt idx="1560">
                  <c:v>0.759</c:v>
                </c:pt>
                <c:pt idx="1561">
                  <c:v>0.0665</c:v>
                </c:pt>
                <c:pt idx="1562">
                  <c:v>0.294</c:v>
                </c:pt>
                <c:pt idx="1563">
                  <c:v>0.136</c:v>
                </c:pt>
                <c:pt idx="1564">
                  <c:v>0.095</c:v>
                </c:pt>
                <c:pt idx="1565">
                  <c:v>0.81</c:v>
                </c:pt>
                <c:pt idx="1566">
                  <c:v>0.458</c:v>
                </c:pt>
                <c:pt idx="1567">
                  <c:v>0.119</c:v>
                </c:pt>
                <c:pt idx="1568">
                  <c:v>0.783</c:v>
                </c:pt>
                <c:pt idx="1569">
                  <c:v>0.498</c:v>
                </c:pt>
                <c:pt idx="1570">
                  <c:v>0.574</c:v>
                </c:pt>
                <c:pt idx="1571">
                  <c:v>0.886</c:v>
                </c:pt>
                <c:pt idx="1572">
                  <c:v>0.034</c:v>
                </c:pt>
                <c:pt idx="1573">
                  <c:v>0.678</c:v>
                </c:pt>
                <c:pt idx="1574">
                  <c:v>0.709</c:v>
                </c:pt>
                <c:pt idx="1575">
                  <c:v>0.992</c:v>
                </c:pt>
                <c:pt idx="1576">
                  <c:v>0.973</c:v>
                </c:pt>
                <c:pt idx="1577">
                  <c:v>0.285</c:v>
                </c:pt>
                <c:pt idx="1578">
                  <c:v>0.817</c:v>
                </c:pt>
                <c:pt idx="1579">
                  <c:v>0.328</c:v>
                </c:pt>
                <c:pt idx="1580">
                  <c:v>0.549</c:v>
                </c:pt>
                <c:pt idx="1581">
                  <c:v>0.955</c:v>
                </c:pt>
                <c:pt idx="1582">
                  <c:v>0.787</c:v>
                </c:pt>
                <c:pt idx="1583">
                  <c:v>0.178</c:v>
                </c:pt>
                <c:pt idx="1584">
                  <c:v>0.522</c:v>
                </c:pt>
                <c:pt idx="1585">
                  <c:v>0.593</c:v>
                </c:pt>
                <c:pt idx="1586">
                  <c:v>0.908</c:v>
                </c:pt>
                <c:pt idx="1587">
                  <c:v>0.876</c:v>
                </c:pt>
                <c:pt idx="1588">
                  <c:v>0.706</c:v>
                </c:pt>
                <c:pt idx="1589">
                  <c:v>0.726</c:v>
                </c:pt>
                <c:pt idx="1590">
                  <c:v>0.882</c:v>
                </c:pt>
                <c:pt idx="1591">
                  <c:v>0.935</c:v>
                </c:pt>
                <c:pt idx="1592">
                  <c:v>0.934</c:v>
                </c:pt>
                <c:pt idx="1593">
                  <c:v>0.556</c:v>
                </c:pt>
                <c:pt idx="1594">
                  <c:v>0.724</c:v>
                </c:pt>
                <c:pt idx="1595">
                  <c:v>0.419</c:v>
                </c:pt>
                <c:pt idx="1596">
                  <c:v>0.643</c:v>
                </c:pt>
                <c:pt idx="1597">
                  <c:v>0.196</c:v>
                </c:pt>
                <c:pt idx="1598">
                  <c:v>0.196</c:v>
                </c:pt>
                <c:pt idx="1599">
                  <c:v>0.928</c:v>
                </c:pt>
                <c:pt idx="1600">
                  <c:v>0.859</c:v>
                </c:pt>
                <c:pt idx="1601">
                  <c:v>0.668</c:v>
                </c:pt>
                <c:pt idx="1602">
                  <c:v>0.894</c:v>
                </c:pt>
                <c:pt idx="1603">
                  <c:v>0.465</c:v>
                </c:pt>
                <c:pt idx="1604">
                  <c:v>0.474</c:v>
                </c:pt>
                <c:pt idx="1605">
                  <c:v>0.682</c:v>
                </c:pt>
                <c:pt idx="1606">
                  <c:v>0.982</c:v>
                </c:pt>
                <c:pt idx="1607">
                  <c:v>0.985</c:v>
                </c:pt>
                <c:pt idx="1608">
                  <c:v>0.886</c:v>
                </c:pt>
                <c:pt idx="1609">
                  <c:v>0.645</c:v>
                </c:pt>
                <c:pt idx="1610">
                  <c:v>0.706</c:v>
                </c:pt>
                <c:pt idx="1611">
                  <c:v>0.727</c:v>
                </c:pt>
                <c:pt idx="1612">
                  <c:v>0.983</c:v>
                </c:pt>
                <c:pt idx="1613">
                  <c:v>0.389</c:v>
                </c:pt>
                <c:pt idx="1614">
                  <c:v>0.747</c:v>
                </c:pt>
                <c:pt idx="1615">
                  <c:v>0.396</c:v>
                </c:pt>
                <c:pt idx="1616">
                  <c:v>0.616</c:v>
                </c:pt>
                <c:pt idx="1617">
                  <c:v>0.914</c:v>
                </c:pt>
                <c:pt idx="1618">
                  <c:v>0.849</c:v>
                </c:pt>
                <c:pt idx="1619">
                  <c:v>0.521</c:v>
                </c:pt>
                <c:pt idx="1620">
                  <c:v>0.569</c:v>
                </c:pt>
                <c:pt idx="1621">
                  <c:v>0.87</c:v>
                </c:pt>
                <c:pt idx="1622">
                  <c:v>0.532</c:v>
                </c:pt>
                <c:pt idx="1623">
                  <c:v>0.686</c:v>
                </c:pt>
                <c:pt idx="1624">
                  <c:v>0.663</c:v>
                </c:pt>
                <c:pt idx="1625">
                  <c:v>0.848</c:v>
                </c:pt>
                <c:pt idx="1626">
                  <c:v>0.909</c:v>
                </c:pt>
                <c:pt idx="1627">
                  <c:v>0.538</c:v>
                </c:pt>
                <c:pt idx="1628">
                  <c:v>0.85</c:v>
                </c:pt>
                <c:pt idx="1629">
                  <c:v>0.427</c:v>
                </c:pt>
                <c:pt idx="1630">
                  <c:v>0.91</c:v>
                </c:pt>
                <c:pt idx="1631">
                  <c:v>0.539</c:v>
                </c:pt>
                <c:pt idx="1632">
                  <c:v>0.686</c:v>
                </c:pt>
                <c:pt idx="1633">
                  <c:v>0.994</c:v>
                </c:pt>
                <c:pt idx="1634">
                  <c:v>0.602</c:v>
                </c:pt>
                <c:pt idx="1635">
                  <c:v>0.954</c:v>
                </c:pt>
                <c:pt idx="1636">
                  <c:v>0.58</c:v>
                </c:pt>
                <c:pt idx="1637">
                  <c:v>0.286</c:v>
                </c:pt>
                <c:pt idx="1638">
                  <c:v>0.934</c:v>
                </c:pt>
                <c:pt idx="1639">
                  <c:v>0.324</c:v>
                </c:pt>
                <c:pt idx="1640">
                  <c:v>0.364</c:v>
                </c:pt>
                <c:pt idx="1641">
                  <c:v>0.956</c:v>
                </c:pt>
                <c:pt idx="1642">
                  <c:v>0.694</c:v>
                </c:pt>
                <c:pt idx="1643">
                  <c:v>0.993</c:v>
                </c:pt>
                <c:pt idx="1644">
                  <c:v>0.469</c:v>
                </c:pt>
                <c:pt idx="1645">
                  <c:v>0.499</c:v>
                </c:pt>
                <c:pt idx="1646">
                  <c:v>0.636</c:v>
                </c:pt>
                <c:pt idx="1647">
                  <c:v>0.482</c:v>
                </c:pt>
                <c:pt idx="1648">
                  <c:v>0.523</c:v>
                </c:pt>
                <c:pt idx="1649">
                  <c:v>0.572</c:v>
                </c:pt>
                <c:pt idx="1650">
                  <c:v>0.995</c:v>
                </c:pt>
                <c:pt idx="1651">
                  <c:v>0.978</c:v>
                </c:pt>
                <c:pt idx="1652">
                  <c:v>0.951</c:v>
                </c:pt>
                <c:pt idx="1653">
                  <c:v>0.899</c:v>
                </c:pt>
                <c:pt idx="1654">
                  <c:v>0.925</c:v>
                </c:pt>
                <c:pt idx="1655">
                  <c:v>0.974</c:v>
                </c:pt>
                <c:pt idx="1656">
                  <c:v>0.273</c:v>
                </c:pt>
                <c:pt idx="1657">
                  <c:v>0.614</c:v>
                </c:pt>
                <c:pt idx="1658">
                  <c:v>0.964</c:v>
                </c:pt>
                <c:pt idx="1659">
                  <c:v>0.757</c:v>
                </c:pt>
                <c:pt idx="1660">
                  <c:v>0.55</c:v>
                </c:pt>
                <c:pt idx="1661">
                  <c:v>0.788</c:v>
                </c:pt>
                <c:pt idx="1662">
                  <c:v>0.728</c:v>
                </c:pt>
                <c:pt idx="1663">
                  <c:v>0.44</c:v>
                </c:pt>
                <c:pt idx="1664">
                  <c:v>0.649</c:v>
                </c:pt>
                <c:pt idx="1665">
                  <c:v>0.889</c:v>
                </c:pt>
                <c:pt idx="1666">
                  <c:v>0.94</c:v>
                </c:pt>
                <c:pt idx="1667">
                  <c:v>0.869</c:v>
                </c:pt>
                <c:pt idx="1668">
                  <c:v>0.904</c:v>
                </c:pt>
                <c:pt idx="1669">
                  <c:v>0.896</c:v>
                </c:pt>
                <c:pt idx="1670">
                  <c:v>0.289</c:v>
                </c:pt>
                <c:pt idx="1671">
                  <c:v>0.257</c:v>
                </c:pt>
                <c:pt idx="1672">
                  <c:v>0.724</c:v>
                </c:pt>
                <c:pt idx="1673">
                  <c:v>0.731</c:v>
                </c:pt>
                <c:pt idx="1674">
                  <c:v>0.62</c:v>
                </c:pt>
                <c:pt idx="1675">
                  <c:v>0.532</c:v>
                </c:pt>
                <c:pt idx="1676">
                  <c:v>0.673</c:v>
                </c:pt>
                <c:pt idx="1677">
                  <c:v>0.786</c:v>
                </c:pt>
                <c:pt idx="1678">
                  <c:v>0.85</c:v>
                </c:pt>
                <c:pt idx="1679">
                  <c:v>0.107</c:v>
                </c:pt>
                <c:pt idx="1680">
                  <c:v>0.734</c:v>
                </c:pt>
                <c:pt idx="1681">
                  <c:v>0.893</c:v>
                </c:pt>
                <c:pt idx="1682">
                  <c:v>0.671</c:v>
                </c:pt>
                <c:pt idx="1683">
                  <c:v>0.921</c:v>
                </c:pt>
                <c:pt idx="1684">
                  <c:v>0.399</c:v>
                </c:pt>
                <c:pt idx="1685">
                  <c:v>0.8</c:v>
                </c:pt>
                <c:pt idx="1686">
                  <c:v>0.424</c:v>
                </c:pt>
                <c:pt idx="1687">
                  <c:v>0.476</c:v>
                </c:pt>
                <c:pt idx="1688">
                  <c:v>0.789</c:v>
                </c:pt>
                <c:pt idx="1689">
                  <c:v>0.784</c:v>
                </c:pt>
                <c:pt idx="1690">
                  <c:v>0.384</c:v>
                </c:pt>
                <c:pt idx="1691">
                  <c:v>0.754</c:v>
                </c:pt>
                <c:pt idx="1692">
                  <c:v>0.384</c:v>
                </c:pt>
                <c:pt idx="1693">
                  <c:v>0.258</c:v>
                </c:pt>
                <c:pt idx="1694">
                  <c:v>0.2</c:v>
                </c:pt>
                <c:pt idx="1695">
                  <c:v>0.893</c:v>
                </c:pt>
                <c:pt idx="1696">
                  <c:v>0.625</c:v>
                </c:pt>
                <c:pt idx="1697">
                  <c:v>0.249</c:v>
                </c:pt>
                <c:pt idx="1698">
                  <c:v>0.53</c:v>
                </c:pt>
                <c:pt idx="1699">
                  <c:v>0.229</c:v>
                </c:pt>
                <c:pt idx="1700">
                  <c:v>0.249</c:v>
                </c:pt>
                <c:pt idx="1701">
                  <c:v>0.81</c:v>
                </c:pt>
                <c:pt idx="1702">
                  <c:v>0.581</c:v>
                </c:pt>
                <c:pt idx="1703">
                  <c:v>0.918</c:v>
                </c:pt>
                <c:pt idx="1704">
                  <c:v>0.762</c:v>
                </c:pt>
                <c:pt idx="1705">
                  <c:v>0.736</c:v>
                </c:pt>
                <c:pt idx="1706">
                  <c:v>0.692</c:v>
                </c:pt>
                <c:pt idx="1707">
                  <c:v>0.897</c:v>
                </c:pt>
                <c:pt idx="1708">
                  <c:v>0.635</c:v>
                </c:pt>
                <c:pt idx="1709">
                  <c:v>0.34</c:v>
                </c:pt>
                <c:pt idx="1710">
                  <c:v>0.268</c:v>
                </c:pt>
                <c:pt idx="1711">
                  <c:v>0.654</c:v>
                </c:pt>
                <c:pt idx="1712">
                  <c:v>0.823</c:v>
                </c:pt>
                <c:pt idx="1713">
                  <c:v>0.925</c:v>
                </c:pt>
                <c:pt idx="1714">
                  <c:v>0.592</c:v>
                </c:pt>
                <c:pt idx="1715">
                  <c:v>0.846</c:v>
                </c:pt>
                <c:pt idx="1716">
                  <c:v>0.906</c:v>
                </c:pt>
                <c:pt idx="1717">
                  <c:v>0.949</c:v>
                </c:pt>
                <c:pt idx="1718">
                  <c:v>0.582</c:v>
                </c:pt>
                <c:pt idx="1719">
                  <c:v>0.779</c:v>
                </c:pt>
                <c:pt idx="1720">
                  <c:v>0.993</c:v>
                </c:pt>
                <c:pt idx="1721">
                  <c:v>0.473</c:v>
                </c:pt>
                <c:pt idx="1722">
                  <c:v>0.697</c:v>
                </c:pt>
                <c:pt idx="1723">
                  <c:v>0.767</c:v>
                </c:pt>
                <c:pt idx="1724">
                  <c:v>0.24</c:v>
                </c:pt>
                <c:pt idx="1725">
                  <c:v>0.015</c:v>
                </c:pt>
                <c:pt idx="1726">
                  <c:v>0.819</c:v>
                </c:pt>
                <c:pt idx="1727">
                  <c:v>0.144</c:v>
                </c:pt>
                <c:pt idx="1728">
                  <c:v>0.788</c:v>
                </c:pt>
                <c:pt idx="1729">
                  <c:v>0.915</c:v>
                </c:pt>
                <c:pt idx="1730">
                  <c:v>0.0000201</c:v>
                </c:pt>
                <c:pt idx="1731">
                  <c:v>0.462</c:v>
                </c:pt>
                <c:pt idx="1732">
                  <c:v>0.556</c:v>
                </c:pt>
                <c:pt idx="1733">
                  <c:v>0.801</c:v>
                </c:pt>
                <c:pt idx="1734">
                  <c:v>0.569</c:v>
                </c:pt>
                <c:pt idx="1735">
                  <c:v>0.618</c:v>
                </c:pt>
                <c:pt idx="1736">
                  <c:v>0.342</c:v>
                </c:pt>
                <c:pt idx="1737">
                  <c:v>0.641</c:v>
                </c:pt>
                <c:pt idx="1738">
                  <c:v>0.827</c:v>
                </c:pt>
                <c:pt idx="1739">
                  <c:v>0.708</c:v>
                </c:pt>
                <c:pt idx="1740">
                  <c:v>0.983</c:v>
                </c:pt>
                <c:pt idx="1741">
                  <c:v>0.737</c:v>
                </c:pt>
                <c:pt idx="1742">
                  <c:v>0.712</c:v>
                </c:pt>
                <c:pt idx="1743">
                  <c:v>0.536</c:v>
                </c:pt>
                <c:pt idx="1744">
                  <c:v>0.793</c:v>
                </c:pt>
                <c:pt idx="1745">
                  <c:v>0.456</c:v>
                </c:pt>
                <c:pt idx="1746">
                  <c:v>0.634</c:v>
                </c:pt>
                <c:pt idx="1747">
                  <c:v>0.0878</c:v>
                </c:pt>
                <c:pt idx="1748">
                  <c:v>0.552</c:v>
                </c:pt>
                <c:pt idx="1749">
                  <c:v>0.992</c:v>
                </c:pt>
                <c:pt idx="1750">
                  <c:v>0.676</c:v>
                </c:pt>
                <c:pt idx="1751">
                  <c:v>0.149</c:v>
                </c:pt>
                <c:pt idx="1752">
                  <c:v>0.598</c:v>
                </c:pt>
                <c:pt idx="1753">
                  <c:v>0.959</c:v>
                </c:pt>
                <c:pt idx="1754">
                  <c:v>0.904</c:v>
                </c:pt>
                <c:pt idx="1755">
                  <c:v>0.738</c:v>
                </c:pt>
                <c:pt idx="1756">
                  <c:v>0.533</c:v>
                </c:pt>
                <c:pt idx="1757">
                  <c:v>0.744</c:v>
                </c:pt>
                <c:pt idx="1758">
                  <c:v>0.937</c:v>
                </c:pt>
                <c:pt idx="1759">
                  <c:v>0.734</c:v>
                </c:pt>
                <c:pt idx="1760">
                  <c:v>0.896</c:v>
                </c:pt>
                <c:pt idx="1761">
                  <c:v>0.771</c:v>
                </c:pt>
                <c:pt idx="1762">
                  <c:v>0.765</c:v>
                </c:pt>
                <c:pt idx="1763">
                  <c:v>0.277</c:v>
                </c:pt>
                <c:pt idx="1764">
                  <c:v>0.462</c:v>
                </c:pt>
                <c:pt idx="1765">
                  <c:v>0.964</c:v>
                </c:pt>
                <c:pt idx="1766">
                  <c:v>0.684</c:v>
                </c:pt>
                <c:pt idx="1767">
                  <c:v>0.649</c:v>
                </c:pt>
                <c:pt idx="1768">
                  <c:v>0.588</c:v>
                </c:pt>
                <c:pt idx="1769">
                  <c:v>0.789</c:v>
                </c:pt>
                <c:pt idx="1770">
                  <c:v>0.936</c:v>
                </c:pt>
                <c:pt idx="1771">
                  <c:v>0.946</c:v>
                </c:pt>
                <c:pt idx="1772">
                  <c:v>0.462</c:v>
                </c:pt>
                <c:pt idx="1773">
                  <c:v>0.718</c:v>
                </c:pt>
                <c:pt idx="1774">
                  <c:v>0.455</c:v>
                </c:pt>
                <c:pt idx="1775">
                  <c:v>0.783</c:v>
                </c:pt>
                <c:pt idx="1776">
                  <c:v>0.117</c:v>
                </c:pt>
                <c:pt idx="1777">
                  <c:v>0.501</c:v>
                </c:pt>
                <c:pt idx="1778">
                  <c:v>0.798</c:v>
                </c:pt>
                <c:pt idx="1779">
                  <c:v>0.382</c:v>
                </c:pt>
                <c:pt idx="1780">
                  <c:v>0.37</c:v>
                </c:pt>
                <c:pt idx="1781">
                  <c:v>0.803</c:v>
                </c:pt>
                <c:pt idx="1782">
                  <c:v>0.0217</c:v>
                </c:pt>
                <c:pt idx="1783">
                  <c:v>0.559</c:v>
                </c:pt>
                <c:pt idx="1784">
                  <c:v>0.559</c:v>
                </c:pt>
                <c:pt idx="1785">
                  <c:v>0.685</c:v>
                </c:pt>
                <c:pt idx="1786">
                  <c:v>0.705</c:v>
                </c:pt>
                <c:pt idx="1787">
                  <c:v>0.554</c:v>
                </c:pt>
                <c:pt idx="1788">
                  <c:v>0.564</c:v>
                </c:pt>
                <c:pt idx="1789">
                  <c:v>0.835</c:v>
                </c:pt>
                <c:pt idx="1790">
                  <c:v>0.473</c:v>
                </c:pt>
                <c:pt idx="1791">
                  <c:v>0.964</c:v>
                </c:pt>
                <c:pt idx="1792">
                  <c:v>0.728</c:v>
                </c:pt>
                <c:pt idx="1793">
                  <c:v>0.58</c:v>
                </c:pt>
                <c:pt idx="1794">
                  <c:v>0.883</c:v>
                </c:pt>
                <c:pt idx="1795">
                  <c:v>0.584</c:v>
                </c:pt>
                <c:pt idx="1796">
                  <c:v>0.145</c:v>
                </c:pt>
                <c:pt idx="1797">
                  <c:v>0.955</c:v>
                </c:pt>
                <c:pt idx="1798">
                  <c:v>0.361</c:v>
                </c:pt>
                <c:pt idx="1799">
                  <c:v>0.749</c:v>
                </c:pt>
                <c:pt idx="1800">
                  <c:v>0.688</c:v>
                </c:pt>
                <c:pt idx="1801">
                  <c:v>0.835</c:v>
                </c:pt>
                <c:pt idx="1802">
                  <c:v>0.404</c:v>
                </c:pt>
                <c:pt idx="1803">
                  <c:v>0.746</c:v>
                </c:pt>
                <c:pt idx="1804">
                  <c:v>0.882</c:v>
                </c:pt>
                <c:pt idx="1805">
                  <c:v>0.948</c:v>
                </c:pt>
                <c:pt idx="1806">
                  <c:v>0.98</c:v>
                </c:pt>
                <c:pt idx="1807">
                  <c:v>0.147</c:v>
                </c:pt>
                <c:pt idx="1808">
                  <c:v>0.641</c:v>
                </c:pt>
                <c:pt idx="1809">
                  <c:v>0.674</c:v>
                </c:pt>
                <c:pt idx="1810">
                  <c:v>0.68</c:v>
                </c:pt>
                <c:pt idx="1811">
                  <c:v>0.84</c:v>
                </c:pt>
                <c:pt idx="1812">
                  <c:v>0.796</c:v>
                </c:pt>
                <c:pt idx="1813">
                  <c:v>0.748</c:v>
                </c:pt>
                <c:pt idx="1814">
                  <c:v>0.559</c:v>
                </c:pt>
                <c:pt idx="1815">
                  <c:v>0.678</c:v>
                </c:pt>
                <c:pt idx="1816">
                  <c:v>0.694</c:v>
                </c:pt>
                <c:pt idx="1817">
                  <c:v>0.838</c:v>
                </c:pt>
                <c:pt idx="1818">
                  <c:v>0.722</c:v>
                </c:pt>
                <c:pt idx="1819">
                  <c:v>0.907</c:v>
                </c:pt>
                <c:pt idx="1820">
                  <c:v>0.966</c:v>
                </c:pt>
                <c:pt idx="1821">
                  <c:v>0.377</c:v>
                </c:pt>
                <c:pt idx="1822">
                  <c:v>0.00571</c:v>
                </c:pt>
                <c:pt idx="1823">
                  <c:v>0.989</c:v>
                </c:pt>
                <c:pt idx="1824">
                  <c:v>0.974</c:v>
                </c:pt>
                <c:pt idx="1825">
                  <c:v>0.818</c:v>
                </c:pt>
                <c:pt idx="1826">
                  <c:v>0.175</c:v>
                </c:pt>
                <c:pt idx="1827">
                  <c:v>0.236</c:v>
                </c:pt>
                <c:pt idx="1828">
                  <c:v>0.715</c:v>
                </c:pt>
                <c:pt idx="1829">
                  <c:v>0.571</c:v>
                </c:pt>
                <c:pt idx="1830">
                  <c:v>0.874</c:v>
                </c:pt>
                <c:pt idx="1831">
                  <c:v>0.955</c:v>
                </c:pt>
                <c:pt idx="1832">
                  <c:v>0.809</c:v>
                </c:pt>
                <c:pt idx="1833">
                  <c:v>0.966</c:v>
                </c:pt>
                <c:pt idx="1834">
                  <c:v>0.664</c:v>
                </c:pt>
                <c:pt idx="1835">
                  <c:v>0.874</c:v>
                </c:pt>
                <c:pt idx="1836">
                  <c:v>0.764</c:v>
                </c:pt>
                <c:pt idx="1837">
                  <c:v>0.888</c:v>
                </c:pt>
                <c:pt idx="1838">
                  <c:v>0.846</c:v>
                </c:pt>
                <c:pt idx="1839">
                  <c:v>0.134</c:v>
                </c:pt>
                <c:pt idx="1840">
                  <c:v>0.875</c:v>
                </c:pt>
                <c:pt idx="1841">
                  <c:v>0.828</c:v>
                </c:pt>
                <c:pt idx="1842">
                  <c:v>0.805</c:v>
                </c:pt>
                <c:pt idx="1843">
                  <c:v>0.561</c:v>
                </c:pt>
                <c:pt idx="1844">
                  <c:v>0.663</c:v>
                </c:pt>
                <c:pt idx="1845">
                  <c:v>0.739</c:v>
                </c:pt>
                <c:pt idx="1846">
                  <c:v>0.856</c:v>
                </c:pt>
                <c:pt idx="1847">
                  <c:v>0.651</c:v>
                </c:pt>
                <c:pt idx="1848">
                  <c:v>0.578</c:v>
                </c:pt>
                <c:pt idx="1849">
                  <c:v>0.527</c:v>
                </c:pt>
                <c:pt idx="1850">
                  <c:v>0.806</c:v>
                </c:pt>
                <c:pt idx="1851">
                  <c:v>0.999</c:v>
                </c:pt>
                <c:pt idx="1852">
                  <c:v>0.796</c:v>
                </c:pt>
                <c:pt idx="1853">
                  <c:v>0.675</c:v>
                </c:pt>
                <c:pt idx="1854">
                  <c:v>0.744</c:v>
                </c:pt>
                <c:pt idx="1855">
                  <c:v>0.713</c:v>
                </c:pt>
                <c:pt idx="1856">
                  <c:v>0.427</c:v>
                </c:pt>
                <c:pt idx="1857">
                  <c:v>0.826</c:v>
                </c:pt>
                <c:pt idx="1858">
                  <c:v>0.846</c:v>
                </c:pt>
                <c:pt idx="1859">
                  <c:v>0.744</c:v>
                </c:pt>
                <c:pt idx="1860">
                  <c:v>0.551</c:v>
                </c:pt>
                <c:pt idx="1861">
                  <c:v>0.809</c:v>
                </c:pt>
                <c:pt idx="1862">
                  <c:v>0.665</c:v>
                </c:pt>
                <c:pt idx="1863">
                  <c:v>0.0546</c:v>
                </c:pt>
                <c:pt idx="1864">
                  <c:v>0.459</c:v>
                </c:pt>
                <c:pt idx="1865">
                  <c:v>0.52</c:v>
                </c:pt>
                <c:pt idx="1866">
                  <c:v>0.968</c:v>
                </c:pt>
                <c:pt idx="1867">
                  <c:v>0.448</c:v>
                </c:pt>
                <c:pt idx="1868">
                  <c:v>0.789</c:v>
                </c:pt>
                <c:pt idx="1869">
                  <c:v>0.387</c:v>
                </c:pt>
                <c:pt idx="1870">
                  <c:v>0.646</c:v>
                </c:pt>
                <c:pt idx="1871">
                  <c:v>0.674</c:v>
                </c:pt>
                <c:pt idx="1872">
                  <c:v>0.599</c:v>
                </c:pt>
                <c:pt idx="1873">
                  <c:v>0.465</c:v>
                </c:pt>
                <c:pt idx="1874">
                  <c:v>0.885</c:v>
                </c:pt>
                <c:pt idx="1875">
                  <c:v>0.524</c:v>
                </c:pt>
                <c:pt idx="1876">
                  <c:v>0.493</c:v>
                </c:pt>
                <c:pt idx="1877">
                  <c:v>0.747</c:v>
                </c:pt>
                <c:pt idx="1878">
                  <c:v>0.916</c:v>
                </c:pt>
                <c:pt idx="1879">
                  <c:v>0.866</c:v>
                </c:pt>
                <c:pt idx="1880">
                  <c:v>0.797</c:v>
                </c:pt>
                <c:pt idx="1881">
                  <c:v>0.34</c:v>
                </c:pt>
                <c:pt idx="1882">
                  <c:v>0.464</c:v>
                </c:pt>
                <c:pt idx="1883">
                  <c:v>0.911</c:v>
                </c:pt>
                <c:pt idx="1884">
                  <c:v>0.0901</c:v>
                </c:pt>
                <c:pt idx="1885">
                  <c:v>0.803</c:v>
                </c:pt>
                <c:pt idx="1886">
                  <c:v>0.153</c:v>
                </c:pt>
                <c:pt idx="1887">
                  <c:v>0.833</c:v>
                </c:pt>
                <c:pt idx="1888">
                  <c:v>0.874</c:v>
                </c:pt>
                <c:pt idx="1889">
                  <c:v>0.849</c:v>
                </c:pt>
                <c:pt idx="1890">
                  <c:v>0.283</c:v>
                </c:pt>
                <c:pt idx="1891">
                  <c:v>0.966</c:v>
                </c:pt>
                <c:pt idx="1892">
                  <c:v>0.537</c:v>
                </c:pt>
                <c:pt idx="1893">
                  <c:v>0.646</c:v>
                </c:pt>
                <c:pt idx="1894">
                  <c:v>0.583</c:v>
                </c:pt>
                <c:pt idx="1895">
                  <c:v>0.571</c:v>
                </c:pt>
                <c:pt idx="1896">
                  <c:v>0.891</c:v>
                </c:pt>
                <c:pt idx="1897">
                  <c:v>0.919</c:v>
                </c:pt>
                <c:pt idx="1898">
                  <c:v>0.777</c:v>
                </c:pt>
                <c:pt idx="1899">
                  <c:v>0.272</c:v>
                </c:pt>
                <c:pt idx="1900">
                  <c:v>0.995</c:v>
                </c:pt>
                <c:pt idx="1901">
                  <c:v>0.783</c:v>
                </c:pt>
                <c:pt idx="1902">
                  <c:v>0.0828</c:v>
                </c:pt>
                <c:pt idx="1903">
                  <c:v>0.677</c:v>
                </c:pt>
                <c:pt idx="1904">
                  <c:v>0.925</c:v>
                </c:pt>
                <c:pt idx="1905">
                  <c:v>0.257</c:v>
                </c:pt>
                <c:pt idx="1906">
                  <c:v>0.705</c:v>
                </c:pt>
                <c:pt idx="1907">
                  <c:v>0.236</c:v>
                </c:pt>
                <c:pt idx="1908">
                  <c:v>0.662</c:v>
                </c:pt>
                <c:pt idx="1909">
                  <c:v>0.848</c:v>
                </c:pt>
                <c:pt idx="1910">
                  <c:v>0.858</c:v>
                </c:pt>
                <c:pt idx="1911">
                  <c:v>0.184</c:v>
                </c:pt>
                <c:pt idx="1912">
                  <c:v>0.143</c:v>
                </c:pt>
                <c:pt idx="1913">
                  <c:v>0.366</c:v>
                </c:pt>
                <c:pt idx="1914">
                  <c:v>0.987</c:v>
                </c:pt>
                <c:pt idx="1915">
                  <c:v>0.22</c:v>
                </c:pt>
                <c:pt idx="1916">
                  <c:v>0.396</c:v>
                </c:pt>
                <c:pt idx="1917">
                  <c:v>0.726</c:v>
                </c:pt>
                <c:pt idx="1918">
                  <c:v>0.673</c:v>
                </c:pt>
                <c:pt idx="1919">
                  <c:v>0.697</c:v>
                </c:pt>
                <c:pt idx="1920">
                  <c:v>0.768</c:v>
                </c:pt>
                <c:pt idx="1921">
                  <c:v>0.707</c:v>
                </c:pt>
                <c:pt idx="1922">
                  <c:v>0.95</c:v>
                </c:pt>
                <c:pt idx="1923">
                  <c:v>0.607</c:v>
                </c:pt>
                <c:pt idx="1924">
                  <c:v>0.37</c:v>
                </c:pt>
                <c:pt idx="1925">
                  <c:v>0.398</c:v>
                </c:pt>
                <c:pt idx="1926">
                  <c:v>0.355</c:v>
                </c:pt>
                <c:pt idx="1927">
                  <c:v>0.95</c:v>
                </c:pt>
                <c:pt idx="1928">
                  <c:v>0.783</c:v>
                </c:pt>
                <c:pt idx="1929">
                  <c:v>0.834</c:v>
                </c:pt>
                <c:pt idx="1930">
                  <c:v>0.963</c:v>
                </c:pt>
                <c:pt idx="1931">
                  <c:v>0.93</c:v>
                </c:pt>
                <c:pt idx="1932">
                  <c:v>0.847</c:v>
                </c:pt>
                <c:pt idx="1933">
                  <c:v>0.898</c:v>
                </c:pt>
                <c:pt idx="1934">
                  <c:v>0.774</c:v>
                </c:pt>
                <c:pt idx="1935">
                  <c:v>0.723</c:v>
                </c:pt>
                <c:pt idx="1936">
                  <c:v>0.164</c:v>
                </c:pt>
                <c:pt idx="1937">
                  <c:v>0.333</c:v>
                </c:pt>
                <c:pt idx="1938">
                  <c:v>0.566</c:v>
                </c:pt>
                <c:pt idx="1939">
                  <c:v>0.853</c:v>
                </c:pt>
                <c:pt idx="1940">
                  <c:v>0.479</c:v>
                </c:pt>
                <c:pt idx="1941">
                  <c:v>0.99</c:v>
                </c:pt>
                <c:pt idx="1942">
                  <c:v>0.923</c:v>
                </c:pt>
                <c:pt idx="1943">
                  <c:v>0.51</c:v>
                </c:pt>
                <c:pt idx="1944">
                  <c:v>0.444</c:v>
                </c:pt>
                <c:pt idx="1945">
                  <c:v>0.689</c:v>
                </c:pt>
                <c:pt idx="1946">
                  <c:v>0.772</c:v>
                </c:pt>
                <c:pt idx="1947">
                  <c:v>0.913</c:v>
                </c:pt>
                <c:pt idx="1948">
                  <c:v>0.93</c:v>
                </c:pt>
                <c:pt idx="1949">
                  <c:v>0.203</c:v>
                </c:pt>
                <c:pt idx="1950">
                  <c:v>0.88</c:v>
                </c:pt>
                <c:pt idx="1951">
                  <c:v>0.304</c:v>
                </c:pt>
                <c:pt idx="1952">
                  <c:v>0.717</c:v>
                </c:pt>
                <c:pt idx="1953">
                  <c:v>0.656</c:v>
                </c:pt>
                <c:pt idx="1954">
                  <c:v>0.555</c:v>
                </c:pt>
                <c:pt idx="1955">
                  <c:v>0.996</c:v>
                </c:pt>
                <c:pt idx="1956">
                  <c:v>0.983</c:v>
                </c:pt>
                <c:pt idx="1957">
                  <c:v>0.805</c:v>
                </c:pt>
                <c:pt idx="1958">
                  <c:v>0.739</c:v>
                </c:pt>
                <c:pt idx="1959">
                  <c:v>0.933</c:v>
                </c:pt>
                <c:pt idx="1960">
                  <c:v>0.843</c:v>
                </c:pt>
                <c:pt idx="1961">
                  <c:v>0.989</c:v>
                </c:pt>
                <c:pt idx="1962">
                  <c:v>0.878</c:v>
                </c:pt>
                <c:pt idx="1963">
                  <c:v>0.525</c:v>
                </c:pt>
                <c:pt idx="1964">
                  <c:v>0.292</c:v>
                </c:pt>
                <c:pt idx="1965">
                  <c:v>0.273</c:v>
                </c:pt>
                <c:pt idx="1966">
                  <c:v>0.888</c:v>
                </c:pt>
                <c:pt idx="1967">
                  <c:v>0.99</c:v>
                </c:pt>
                <c:pt idx="1968">
                  <c:v>0.707</c:v>
                </c:pt>
                <c:pt idx="1969">
                  <c:v>0.633</c:v>
                </c:pt>
                <c:pt idx="1970">
                  <c:v>0.371</c:v>
                </c:pt>
                <c:pt idx="1971">
                  <c:v>0.8</c:v>
                </c:pt>
                <c:pt idx="1972">
                  <c:v>0.171</c:v>
                </c:pt>
                <c:pt idx="1973">
                  <c:v>0.579</c:v>
                </c:pt>
                <c:pt idx="1974">
                  <c:v>0.655</c:v>
                </c:pt>
                <c:pt idx="1975">
                  <c:v>0.646</c:v>
                </c:pt>
                <c:pt idx="1976">
                  <c:v>0.971</c:v>
                </c:pt>
                <c:pt idx="1977">
                  <c:v>0.584</c:v>
                </c:pt>
                <c:pt idx="1978">
                  <c:v>0.547</c:v>
                </c:pt>
                <c:pt idx="1979">
                  <c:v>0.886</c:v>
                </c:pt>
                <c:pt idx="1980">
                  <c:v>0.814</c:v>
                </c:pt>
                <c:pt idx="1981">
                  <c:v>0.344</c:v>
                </c:pt>
                <c:pt idx="1982">
                  <c:v>0.773</c:v>
                </c:pt>
                <c:pt idx="1983">
                  <c:v>0.928</c:v>
                </c:pt>
                <c:pt idx="1984">
                  <c:v>0.575</c:v>
                </c:pt>
                <c:pt idx="1985">
                  <c:v>0.996</c:v>
                </c:pt>
                <c:pt idx="1986">
                  <c:v>0.888</c:v>
                </c:pt>
                <c:pt idx="1987">
                  <c:v>0.821</c:v>
                </c:pt>
                <c:pt idx="1988">
                  <c:v>0.316</c:v>
                </c:pt>
                <c:pt idx="1989">
                  <c:v>0.0783</c:v>
                </c:pt>
                <c:pt idx="1990">
                  <c:v>0.641</c:v>
                </c:pt>
                <c:pt idx="1991">
                  <c:v>0.327</c:v>
                </c:pt>
                <c:pt idx="1992">
                  <c:v>0.931</c:v>
                </c:pt>
                <c:pt idx="1993">
                  <c:v>0.194</c:v>
                </c:pt>
                <c:pt idx="1994">
                  <c:v>0.726</c:v>
                </c:pt>
                <c:pt idx="1995">
                  <c:v>0.867</c:v>
                </c:pt>
                <c:pt idx="1996">
                  <c:v>0.524</c:v>
                </c:pt>
                <c:pt idx="1997">
                  <c:v>0.0635</c:v>
                </c:pt>
                <c:pt idx="1998">
                  <c:v>0.431</c:v>
                </c:pt>
                <c:pt idx="1999">
                  <c:v>0.664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3E4C59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5DD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3E4C5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3E4C59"/>
                    </a:solidFill>
                    <a:latin typeface="Arial"/>
                  </a:rPr>
                  <a:t>Danceability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25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5DD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3E4C5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3E4C59"/>
                    </a:solidFill>
                    <a:latin typeface="Arial"/>
                  </a:rPr>
                  <a:t>Energy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Music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bar 1"/>
          <p:cNvSpPr/>
          <p:nvPr/>
        </p:nvSpPr>
        <p:spPr>
          <a:xfrm>
            <a:off x="5989320" y="2926080"/>
            <a:ext cx="329184" cy="12801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Motif bar 2"/>
          <p:cNvSpPr/>
          <p:nvPr/>
        </p:nvSpPr>
        <p:spPr>
          <a:xfrm>
            <a:off x="6464808" y="2011680"/>
            <a:ext cx="329184" cy="21945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Motif bar 3"/>
          <p:cNvSpPr/>
          <p:nvPr/>
        </p:nvSpPr>
        <p:spPr>
          <a:xfrm>
            <a:off x="6940296" y="1188720"/>
            <a:ext cx="329184" cy="30175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Motif bar 4"/>
          <p:cNvSpPr/>
          <p:nvPr/>
        </p:nvSpPr>
        <p:spPr>
          <a:xfrm>
            <a:off x="7415784" y="2377440"/>
            <a:ext cx="329184" cy="182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Motif bar 5"/>
          <p:cNvSpPr/>
          <p:nvPr/>
        </p:nvSpPr>
        <p:spPr>
          <a:xfrm>
            <a:off x="7891272" y="1554480"/>
            <a:ext cx="329184" cy="2651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Motif bar 6"/>
          <p:cNvSpPr/>
          <p:nvPr/>
        </p:nvSpPr>
        <p:spPr>
          <a:xfrm>
            <a:off x="8366760" y="2651760"/>
            <a:ext cx="329184" cy="1554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548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STAGE 1 OF 7  ·  PROBLEM</a:t>
            </a:r>
            <a:endParaRPr lang="en-US" sz="1200" dirty="0"/>
          </a:p>
        </p:txBody>
      </p:sp>
      <p:sp>
        <p:nvSpPr>
          <p:cNvPr id="9" name="Title"/>
          <p:cNvSpPr txBox="1"/>
          <p:nvPr/>
        </p:nvSpPr>
        <p:spPr>
          <a:xfrm>
            <a:off x="640080" y="10058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SPOTIFY MUSIC DATA ANALYSIS</a:t>
            </a:r>
            <a:endParaRPr lang="en-US" sz="3800" dirty="0"/>
          </a:p>
        </p:txBody>
      </p:sp>
      <p:sp>
        <p:nvSpPr>
          <p:cNvPr id="10" name="Subtitle"/>
          <p:cNvSpPr txBox="1"/>
          <p:nvPr/>
        </p:nvSpPr>
        <p:spPr>
          <a:xfrm>
            <a:off x="640080" y="2240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Exploring Music Genres, Popularity, and Audio Features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26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Exploratory Data Analysis and Visualization using Python, Pandas, and Microsoft Power BI</a:t>
            </a:r>
            <a:endParaRPr lang="en-US" sz="1300" dirty="0"/>
          </a:p>
        </p:txBody>
      </p:sp>
      <p:sp>
        <p:nvSpPr>
          <p:cNvPr id="12" name="Student details placeholders"/>
          <p:cNvSpPr txBox="1"/>
          <p:nvPr/>
        </p:nvSpPr>
        <p:spPr>
          <a:xfrm>
            <a:off x="640080" y="37490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[Student Name]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[Department]  ·  [College Name]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[Academic Year]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1 OF 7  ·  PROBLEM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Question 1 circle"/>
          <p:cNvSpPr/>
          <p:nvPr/>
        </p:nvSpPr>
        <p:spPr>
          <a:xfrm>
            <a:off x="457200" y="12344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Question 1 number"/>
          <p:cNvSpPr txBox="1"/>
          <p:nvPr/>
        </p:nvSpPr>
        <p:spPr>
          <a:xfrm>
            <a:off x="457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1887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can a large music dataset be analyzed efficiently?</a:t>
            </a:r>
            <a:endParaRPr lang="en-US" sz="1400" dirty="0"/>
          </a:p>
        </p:txBody>
      </p:sp>
      <p:sp>
        <p:nvSpPr>
          <p:cNvPr id="7" name="Question 2 circle"/>
          <p:cNvSpPr/>
          <p:nvPr/>
        </p:nvSpPr>
        <p:spPr>
          <a:xfrm>
            <a:off x="457200" y="18013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Question 2 number"/>
          <p:cNvSpPr txBox="1"/>
          <p:nvPr/>
        </p:nvSpPr>
        <p:spPr>
          <a:xfrm>
            <a:off x="45720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75564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are music genres distributed?</a:t>
            </a:r>
            <a:endParaRPr lang="en-US" sz="1400" dirty="0"/>
          </a:p>
        </p:txBody>
      </p:sp>
      <p:sp>
        <p:nvSpPr>
          <p:cNvPr id="10" name="Question 3 circle"/>
          <p:cNvSpPr/>
          <p:nvPr/>
        </p:nvSpPr>
        <p:spPr>
          <a:xfrm>
            <a:off x="457200" y="23682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Question 3 number"/>
          <p:cNvSpPr txBox="1"/>
          <p:nvPr/>
        </p:nvSpPr>
        <p:spPr>
          <a:xfrm>
            <a:off x="45720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32257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patterns exist in track popularity?</a:t>
            </a:r>
            <a:endParaRPr lang="en-US" sz="1400" dirty="0"/>
          </a:p>
        </p:txBody>
      </p:sp>
      <p:sp>
        <p:nvSpPr>
          <p:cNvPr id="13" name="Question 4 circle"/>
          <p:cNvSpPr/>
          <p:nvPr/>
        </p:nvSpPr>
        <p:spPr>
          <a:xfrm>
            <a:off x="457200" y="293522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Question 4 number"/>
          <p:cNvSpPr txBox="1"/>
          <p:nvPr/>
        </p:nvSpPr>
        <p:spPr>
          <a:xfrm>
            <a:off x="45720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9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danceability and energy vary?</a:t>
            </a:r>
            <a:endParaRPr lang="en-US" sz="1400" dirty="0"/>
          </a:p>
        </p:txBody>
      </p:sp>
      <p:sp>
        <p:nvSpPr>
          <p:cNvPr id="16" name="Question 5 circle"/>
          <p:cNvSpPr/>
          <p:nvPr/>
        </p:nvSpPr>
        <p:spPr>
          <a:xfrm>
            <a:off x="457200" y="35021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Question 5 number"/>
          <p:cNvSpPr txBox="1"/>
          <p:nvPr/>
        </p:nvSpPr>
        <p:spPr>
          <a:xfrm>
            <a:off x="45720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4564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can charts make music data easier to understand?</a:t>
            </a:r>
            <a:endParaRPr lang="en-US" sz="1400" dirty="0"/>
          </a:p>
        </p:txBody>
      </p:sp>
      <p:sp>
        <p:nvSpPr>
          <p:cNvPr id="19" name="Why manual analysis is hard"/>
          <p:cNvSpPr/>
          <p:nvPr/>
        </p:nvSpPr>
        <p:spPr>
          <a:xfrm>
            <a:off x="5486400" y="1188720"/>
            <a:ext cx="3200400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manual analysis is hard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169164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113,549 rows × 20 columns is about 2,270,980 cells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Patterns are hard to spot by reading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counting invites errors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Code and charts are faster and repeatable</a:t>
            </a:r>
            <a:endParaRPr lang="en-US" sz="1400" dirty="0"/>
          </a:p>
        </p:txBody>
      </p:sp>
      <p:sp>
        <p:nvSpPr>
          <p:cNvPr id="22" name="Takeaway box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3" name="Takeaway text"/>
          <p:cNvSpPr txBox="1"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This is a student exploration of one dataset, not a study of Spotify's internal business.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2 OF 7  ·  DATA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KPI card rows"/>
          <p:cNvSpPr/>
          <p:nvPr/>
        </p:nvSpPr>
        <p:spPr>
          <a:xfrm>
            <a:off x="457200" y="118872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161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113,549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rows (verified in the CSV)</a:t>
            </a:r>
            <a:endParaRPr lang="en-US" sz="1100" dirty="0"/>
          </a:p>
        </p:txBody>
      </p:sp>
      <p:sp>
        <p:nvSpPr>
          <p:cNvPr id="7" name="KPI card columns"/>
          <p:cNvSpPr/>
          <p:nvPr/>
        </p:nvSpPr>
        <p:spPr>
          <a:xfrm>
            <a:off x="457200" y="2212848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61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columns (verified in the CSV)</a:t>
            </a:r>
            <a:endParaRPr lang="en-US" sz="1100" dirty="0"/>
          </a:p>
        </p:txBody>
      </p:sp>
      <p:sp>
        <p:nvSpPr>
          <p:cNvPr id="10" name="Tools card"/>
          <p:cNvSpPr/>
          <p:nvPr/>
        </p:nvSpPr>
        <p:spPr>
          <a:xfrm>
            <a:off x="457200" y="324612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735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Python · Pandas · Power BI</a:t>
            </a:r>
            <a:endParaRPr lang="en-US" sz="1200" dirty="0"/>
          </a:p>
        </p:txBody>
      </p:sp>
      <p:graphicFrame>
        <p:nvGraphicFramePr>
          <p:cNvPr id="4" name="Column grou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track_id, track_name, artists, album_name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 and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popularity, duration_ms, explicit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features (0 to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danceability, energy, speechiness, acousticness, instrumentalness, liveness, valence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Musical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key, mode, loudness, tempo, time_signature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track_genre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2834640" y="32461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row = one track–genre record.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16,299 track IDs appear under more than one genre, so 113,549 records ≠ 89,740 distinct track IDs.</a:t>
            </a:r>
            <a:endParaRPr lang="en-US" sz="1300" dirty="0"/>
          </a:p>
        </p:txBody>
      </p:sp>
      <p:sp>
        <p:nvSpPr>
          <p:cNvPr id="14" name="Takeaway box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5" name="Takeaway text"/>
          <p:cNvSpPr txBox="1"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row is a record, not automatically a unique song.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2 OF 7  ·  DATA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3000" dirty="0"/>
          </a:p>
        </p:txBody>
      </p:sp>
      <p:sp>
        <p:nvSpPr>
          <p:cNvPr id="4" name="Step 1 circle"/>
          <p:cNvSpPr/>
          <p:nvPr/>
        </p:nvSpPr>
        <p:spPr>
          <a:xfrm>
            <a:off x="457200" y="11795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number"/>
          <p:cNvSpPr txBox="1"/>
          <p:nvPr/>
        </p:nvSpPr>
        <p:spPr>
          <a:xfrm>
            <a:off x="457200" y="1179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1430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Inspect the dataset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Check shape, columns, types</a:t>
            </a:r>
            <a:endParaRPr lang="en-US" sz="1300" dirty="0"/>
          </a:p>
        </p:txBody>
      </p:sp>
      <p:sp>
        <p:nvSpPr>
          <p:cNvPr id="7" name="Step 2 circle"/>
          <p:cNvSpPr/>
          <p:nvPr/>
        </p:nvSpPr>
        <p:spPr>
          <a:xfrm>
            <a:off x="457200" y="16824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2 number"/>
          <p:cNvSpPr txBox="1"/>
          <p:nvPr/>
        </p:nvSpPr>
        <p:spPr>
          <a:xfrm>
            <a:off x="45720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6459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Drop 'Unnamed: 0'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Unneeded index column</a:t>
            </a:r>
            <a:endParaRPr lang="en-US" sz="1300" dirty="0"/>
          </a:p>
        </p:txBody>
      </p:sp>
      <p:sp>
        <p:nvSpPr>
          <p:cNvPr id="10" name="Step 3 circle"/>
          <p:cNvSpPr/>
          <p:nvPr/>
        </p:nvSpPr>
        <p:spPr>
          <a:xfrm>
            <a:off x="457200" y="218541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3 number"/>
          <p:cNvSpPr txBox="1"/>
          <p:nvPr/>
        </p:nvSpPr>
        <p:spPr>
          <a:xfrm>
            <a:off x="45720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1488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Handle missing values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Check for blanks</a:t>
            </a:r>
            <a:endParaRPr lang="en-US" sz="1300" dirty="0"/>
          </a:p>
        </p:txBody>
      </p:sp>
      <p:sp>
        <p:nvSpPr>
          <p:cNvPr id="13" name="Step 4 circle"/>
          <p:cNvSpPr/>
          <p:nvPr/>
        </p:nvSpPr>
        <p:spPr>
          <a:xfrm>
            <a:off x="457200" y="26883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 4 number"/>
          <p:cNvSpPr txBox="1"/>
          <p:nvPr/>
        </p:nvSpPr>
        <p:spPr>
          <a:xfrm>
            <a:off x="45720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6517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Remove exact duplicates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Identical full rows only</a:t>
            </a:r>
            <a:endParaRPr lang="en-US" sz="1300" dirty="0"/>
          </a:p>
        </p:txBody>
      </p:sp>
      <p:sp>
        <p:nvSpPr>
          <p:cNvPr id="16" name="Step 5 circle"/>
          <p:cNvSpPr/>
          <p:nvPr/>
        </p:nvSpPr>
        <p:spPr>
          <a:xfrm>
            <a:off x="457200" y="31912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5 number"/>
          <p:cNvSpPr txBox="1"/>
          <p:nvPr/>
        </p:nvSpPr>
        <p:spPr>
          <a:xfrm>
            <a:off x="45720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154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Keep repeated track IDs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Same ID, different genre</a:t>
            </a:r>
            <a:endParaRPr lang="en-US" sz="1300" dirty="0"/>
          </a:p>
        </p:txBody>
      </p:sp>
      <p:sp>
        <p:nvSpPr>
          <p:cNvPr id="19" name="Step 6 circle"/>
          <p:cNvSpPr/>
          <p:nvPr/>
        </p:nvSpPr>
        <p:spPr>
          <a:xfrm>
            <a:off x="4663440" y="11795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6 number"/>
          <p:cNvSpPr txBox="1"/>
          <p:nvPr/>
        </p:nvSpPr>
        <p:spPr>
          <a:xfrm>
            <a:off x="4663440" y="1179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1430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Trim extra spaces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Clean text values</a:t>
            </a:r>
            <a:endParaRPr lang="en-US" sz="1300" dirty="0"/>
          </a:p>
        </p:txBody>
      </p:sp>
      <p:sp>
        <p:nvSpPr>
          <p:cNvPr id="22" name="Step 7 circle"/>
          <p:cNvSpPr/>
          <p:nvPr/>
        </p:nvSpPr>
        <p:spPr>
          <a:xfrm>
            <a:off x="4663440" y="16824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7 number"/>
          <p:cNvSpPr txBox="1"/>
          <p:nvPr/>
        </p:nvSpPr>
        <p:spPr>
          <a:xfrm>
            <a:off x="466344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16459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Fix data types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Numbers, True/False, text</a:t>
            </a:r>
            <a:endParaRPr lang="en-US" sz="1300" dirty="0"/>
          </a:p>
        </p:txBody>
      </p:sp>
      <p:sp>
        <p:nvSpPr>
          <p:cNvPr id="25" name="Step 8 circle"/>
          <p:cNvSpPr/>
          <p:nvPr/>
        </p:nvSpPr>
        <p:spPr>
          <a:xfrm>
            <a:off x="4663440" y="218541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Step 8 number"/>
          <p:cNvSpPr txBox="1"/>
          <p:nvPr/>
        </p:nvSpPr>
        <p:spPr>
          <a:xfrm>
            <a:off x="466344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21488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Check value ranges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Audio features within 0 to 1</a:t>
            </a:r>
            <a:endParaRPr lang="en-US" sz="1300" dirty="0"/>
          </a:p>
        </p:txBody>
      </p:sp>
      <p:sp>
        <p:nvSpPr>
          <p:cNvPr id="28" name="Step 9 circle"/>
          <p:cNvSpPr/>
          <p:nvPr/>
        </p:nvSpPr>
        <p:spPr>
          <a:xfrm>
            <a:off x="4663440" y="26883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ep 9 number"/>
          <p:cNvSpPr txBox="1"/>
          <p:nvPr/>
        </p:nvSpPr>
        <p:spPr>
          <a:xfrm>
            <a:off x="46634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26517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Final quality audit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Re-check everything</a:t>
            </a:r>
            <a:endParaRPr lang="en-US" sz="1300" dirty="0"/>
          </a:p>
        </p:txBody>
      </p:sp>
      <p:sp>
        <p:nvSpPr>
          <p:cNvPr id="31" name="Step 10 circle"/>
          <p:cNvSpPr/>
          <p:nvPr/>
        </p:nvSpPr>
        <p:spPr>
          <a:xfrm>
            <a:off x="4663440" y="31912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Step 10 number"/>
          <p:cNvSpPr txBox="1"/>
          <p:nvPr/>
        </p:nvSpPr>
        <p:spPr>
          <a:xfrm>
            <a:off x="466344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3154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Save cleaned file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</a:rPr>
              <a:t>final_cleaned_dataset.csv</a:t>
            </a:r>
            <a:endParaRPr lang="en-US" sz="1300" dirty="0"/>
          </a:p>
        </p:txBody>
      </p:sp>
      <p:sp>
        <p:nvSpPr>
          <p:cNvPr id="34" name="Verified results card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373075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Verified in the final file: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113,549 rows × 20 columns · 0 missing values · 0 exact duplicate rows · 0 empty or space-padded text values · all 7 audio features inside 0 to 1. </a:t>
            </a:r>
            <a:pPr indent="0" marL="0">
              <a:buNone/>
            </a:pPr>
            <a:r>
              <a:rPr lang="en-US" sz="1200" i="1" dirty="0">
                <a:solidFill>
                  <a:srgbClr val="7B8794"/>
                </a:solidFill>
              </a:rPr>
              <a:t>Original (before-cleaning) row count: not shown, as no raw file or cleaning log was provided.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3 OF 7  ·  ANALYSIS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Methodology</a:t>
            </a:r>
            <a:endParaRPr lang="en-US" sz="3000" dirty="0"/>
          </a:p>
        </p:txBody>
      </p:sp>
      <p:sp>
        <p:nvSpPr>
          <p:cNvPr id="4" name="Method card 1"/>
          <p:cNvSpPr/>
          <p:nvPr/>
        </p:nvSpPr>
        <p:spPr>
          <a:xfrm>
            <a:off x="45720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5" name="Method 1 circle"/>
          <p:cNvSpPr/>
          <p:nvPr/>
        </p:nvSpPr>
        <p:spPr>
          <a:xfrm>
            <a:off x="566928" y="1298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Method 1 number"/>
          <p:cNvSpPr txBox="1"/>
          <p:nvPr/>
        </p:nvSpPr>
        <p:spPr>
          <a:xfrm>
            <a:off x="56692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64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Genre distribution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9842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Count records per genre</a:t>
            </a:r>
            <a:endParaRPr lang="en-US" sz="1100" dirty="0"/>
          </a:p>
        </p:txBody>
      </p:sp>
      <p:sp>
        <p:nvSpPr>
          <p:cNvPr id="9" name="Method card 2"/>
          <p:cNvSpPr/>
          <p:nvPr/>
        </p:nvSpPr>
        <p:spPr>
          <a:xfrm>
            <a:off x="256032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Method 2 circle"/>
          <p:cNvSpPr/>
          <p:nvPr/>
        </p:nvSpPr>
        <p:spPr>
          <a:xfrm>
            <a:off x="2670048" y="1298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Method 2 number"/>
          <p:cNvSpPr txBox="1"/>
          <p:nvPr/>
        </p:nvSpPr>
        <p:spPr>
          <a:xfrm>
            <a:off x="267004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664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Record counts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9842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Count rows, not unique songs</a:t>
            </a:r>
            <a:endParaRPr lang="en-US" sz="1100" dirty="0"/>
          </a:p>
        </p:txBody>
      </p:sp>
      <p:sp>
        <p:nvSpPr>
          <p:cNvPr id="14" name="Method card 3"/>
          <p:cNvSpPr/>
          <p:nvPr/>
        </p:nvSpPr>
        <p:spPr>
          <a:xfrm>
            <a:off x="466344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5" name="Method 3 circle"/>
          <p:cNvSpPr/>
          <p:nvPr/>
        </p:nvSpPr>
        <p:spPr>
          <a:xfrm>
            <a:off x="4773168" y="1298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Method 3 number"/>
          <p:cNvSpPr txBox="1"/>
          <p:nvPr/>
        </p:nvSpPr>
        <p:spPr>
          <a:xfrm>
            <a:off x="477316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1664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 popularity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73168" y="19842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Mean of the 0 to 100 score</a:t>
            </a:r>
            <a:endParaRPr lang="en-US" sz="1100" dirty="0"/>
          </a:p>
        </p:txBody>
      </p:sp>
      <p:sp>
        <p:nvSpPr>
          <p:cNvPr id="19" name="Method card 4"/>
          <p:cNvSpPr/>
          <p:nvPr/>
        </p:nvSpPr>
        <p:spPr>
          <a:xfrm>
            <a:off x="6766560" y="11887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0" name="Method 4 circle"/>
          <p:cNvSpPr/>
          <p:nvPr/>
        </p:nvSpPr>
        <p:spPr>
          <a:xfrm>
            <a:off x="6876288" y="1298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Method 4 number"/>
          <p:cNvSpPr txBox="1"/>
          <p:nvPr/>
        </p:nvSpPr>
        <p:spPr>
          <a:xfrm>
            <a:off x="687628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16642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Explicit vs non-explicit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19842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Compare record counts</a:t>
            </a:r>
            <a:endParaRPr lang="en-US" sz="1100" dirty="0"/>
          </a:p>
        </p:txBody>
      </p:sp>
      <p:sp>
        <p:nvSpPr>
          <p:cNvPr id="24" name="Method card 5"/>
          <p:cNvSpPr/>
          <p:nvPr/>
        </p:nvSpPr>
        <p:spPr>
          <a:xfrm>
            <a:off x="457200" y="25603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5" name="Method 5 circle"/>
          <p:cNvSpPr/>
          <p:nvPr/>
        </p:nvSpPr>
        <p:spPr>
          <a:xfrm>
            <a:off x="566928" y="26700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Method 5 number"/>
          <p:cNvSpPr txBox="1"/>
          <p:nvPr/>
        </p:nvSpPr>
        <p:spPr>
          <a:xfrm>
            <a:off x="56692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0358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Major vs minor mode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33558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Compare record counts</a:t>
            </a:r>
            <a:endParaRPr lang="en-US" sz="1100" dirty="0"/>
          </a:p>
        </p:txBody>
      </p:sp>
      <p:sp>
        <p:nvSpPr>
          <p:cNvPr id="29" name="Method card 6"/>
          <p:cNvSpPr/>
          <p:nvPr/>
        </p:nvSpPr>
        <p:spPr>
          <a:xfrm>
            <a:off x="2560320" y="25603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30" name="Method 6 circle"/>
          <p:cNvSpPr/>
          <p:nvPr/>
        </p:nvSpPr>
        <p:spPr>
          <a:xfrm>
            <a:off x="2670048" y="26700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Method 6 number"/>
          <p:cNvSpPr txBox="1"/>
          <p:nvPr/>
        </p:nvSpPr>
        <p:spPr>
          <a:xfrm>
            <a:off x="267004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70048" y="30358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Popularity distribution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670048" y="33558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Group scores into ranges</a:t>
            </a:r>
            <a:endParaRPr lang="en-US" sz="1100" dirty="0"/>
          </a:p>
        </p:txBody>
      </p:sp>
      <p:sp>
        <p:nvSpPr>
          <p:cNvPr id="34" name="Method card 7"/>
          <p:cNvSpPr/>
          <p:nvPr/>
        </p:nvSpPr>
        <p:spPr>
          <a:xfrm>
            <a:off x="4663440" y="25603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35" name="Method 7 circle"/>
          <p:cNvSpPr/>
          <p:nvPr/>
        </p:nvSpPr>
        <p:spPr>
          <a:xfrm>
            <a:off x="4773168" y="26700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Method 7 number"/>
          <p:cNvSpPr txBox="1"/>
          <p:nvPr/>
        </p:nvSpPr>
        <p:spPr>
          <a:xfrm>
            <a:off x="4773168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73168" y="30358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Danceability vs energy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773168" y="33558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Scatter plot + correlation</a:t>
            </a:r>
            <a:endParaRPr lang="en-US" sz="1100" dirty="0"/>
          </a:p>
        </p:txBody>
      </p:sp>
      <p:sp>
        <p:nvSpPr>
          <p:cNvPr id="39" name="Scope card"/>
          <p:cNvSpPr/>
          <p:nvPr/>
        </p:nvSpPr>
        <p:spPr>
          <a:xfrm>
            <a:off x="6766560" y="256032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76288" y="26060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Scope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counts, averages, grouping and charts. No machine learning.</a:t>
            </a:r>
            <a:endParaRPr lang="en-US" sz="1200" dirty="0"/>
          </a:p>
        </p:txBody>
      </p:sp>
      <p:sp>
        <p:nvSpPr>
          <p:cNvPr id="41" name="Takeaway box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42" name="Takeaway text"/>
          <p:cNvSpPr txBox="1"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Simple, repeatable steps that a beginner can follow in Pandas and Power BI.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3 OF 7  ·  ANALYSIS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000" dirty="0"/>
          </a:p>
        </p:txBody>
      </p:sp>
      <p:sp>
        <p:nvSpPr>
          <p:cNvPr id="4" name="KPI card 1"/>
          <p:cNvSpPr/>
          <p:nvPr/>
        </p:nvSpPr>
        <p:spPr>
          <a:xfrm>
            <a:off x="457200" y="114300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113,549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19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Dataset records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933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Rows in the file (track–genre records)</a:t>
            </a:r>
            <a:endParaRPr lang="en-US" sz="1050" dirty="0"/>
          </a:p>
        </p:txBody>
      </p:sp>
      <p:sp>
        <p:nvSpPr>
          <p:cNvPr id="8" name="KPI card 2"/>
          <p:cNvSpPr/>
          <p:nvPr/>
        </p:nvSpPr>
        <p:spPr>
          <a:xfrm>
            <a:off x="3268980" y="114300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6898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89,740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268980" y="1719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Distinct track IDs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78708" y="19933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Different track_id values</a:t>
            </a:r>
            <a:endParaRPr lang="en-US" sz="1050" dirty="0"/>
          </a:p>
        </p:txBody>
      </p:sp>
      <p:sp>
        <p:nvSpPr>
          <p:cNvPr id="12" name="KPI card 3"/>
          <p:cNvSpPr/>
          <p:nvPr/>
        </p:nvSpPr>
        <p:spPr>
          <a:xfrm>
            <a:off x="6080760" y="114300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33.3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719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Average popularity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90488" y="19933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Spotify score from 0 to 100, not stream counts</a:t>
            </a:r>
            <a:endParaRPr lang="en-US" sz="1050" dirty="0"/>
          </a:p>
        </p:txBody>
      </p:sp>
      <p:sp>
        <p:nvSpPr>
          <p:cNvPr id="16" name="KPI card 4"/>
          <p:cNvSpPr/>
          <p:nvPr/>
        </p:nvSpPr>
        <p:spPr>
          <a:xfrm>
            <a:off x="457200" y="26060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679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 min 48 s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Average duration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45643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Mean of duration_ms (3.80 min)</a:t>
            </a:r>
            <a:endParaRPr lang="en-US" sz="1050" dirty="0"/>
          </a:p>
        </p:txBody>
      </p:sp>
      <p:sp>
        <p:nvSpPr>
          <p:cNvPr id="20" name="KPI card 5"/>
          <p:cNvSpPr/>
          <p:nvPr/>
        </p:nvSpPr>
        <p:spPr>
          <a:xfrm>
            <a:off x="3268980" y="26060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68980" y="2679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114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268980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Distinct genres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78708" y="345643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Different track_genre labels</a:t>
            </a:r>
            <a:endParaRPr lang="en-US" sz="1050" dirty="0"/>
          </a:p>
        </p:txBody>
      </p:sp>
      <p:sp>
        <p:nvSpPr>
          <p:cNvPr id="24" name="KPI card 6"/>
          <p:cNvSpPr/>
          <p:nvPr/>
        </p:nvSpPr>
        <p:spPr>
          <a:xfrm>
            <a:off x="6080760" y="26060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80760" y="2679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29,858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Individual artist names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90488" y="345643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Multi-artist credits split on ';' (31,437 distinct credit strings)</a:t>
            </a:r>
            <a:endParaRPr lang="en-US" sz="1050" dirty="0"/>
          </a:p>
        </p:txBody>
      </p:sp>
      <p:sp>
        <p:nvSpPr>
          <p:cNvPr id="28" name="Takeaway box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9" name="Takeaway text"/>
          <p:cNvSpPr txBox="1"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23,809 more records than distinct IDs, because some tracks appear under several genres.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4 OF 7  ·  VISUALIZATION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Mockup frame"/>
          <p:cNvSpPr/>
          <p:nvPr/>
        </p:nvSpPr>
        <p:spPr>
          <a:xfrm>
            <a:off x="457200" y="1143000"/>
            <a:ext cx="56692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8794"/>
                </a:solidFill>
              </a:rPr>
              <a:t>CONCEPTUAL MOCKUP (not the actual dashboard)</a:t>
            </a:r>
            <a:endParaRPr lang="en-US" sz="1000" dirty="0"/>
          </a:p>
        </p:txBody>
      </p:sp>
      <p:sp>
        <p:nvSpPr>
          <p:cNvPr id="6" name="Filter panel"/>
          <p:cNvSpPr/>
          <p:nvPr/>
        </p:nvSpPr>
        <p:spPr>
          <a:xfrm>
            <a:off x="548640" y="1463040"/>
            <a:ext cx="1188720" cy="3017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Filters (slicers)</a:t>
            </a:r>
            <a:endParaRPr lang="en-US" sz="1000" dirty="0"/>
          </a:p>
        </p:txBody>
      </p:sp>
      <p:sp>
        <p:nvSpPr>
          <p:cNvPr id="8" name="Slicer track_genre"/>
          <p:cNvSpPr/>
          <p:nvPr/>
        </p:nvSpPr>
        <p:spPr>
          <a:xfrm>
            <a:off x="612648" y="1828800"/>
            <a:ext cx="106070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182880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track_genre</a:t>
            </a:r>
            <a:endParaRPr lang="en-US" sz="1000" dirty="0"/>
          </a:p>
        </p:txBody>
      </p:sp>
      <p:sp>
        <p:nvSpPr>
          <p:cNvPr id="10" name="Slicer explicit"/>
          <p:cNvSpPr/>
          <p:nvPr/>
        </p:nvSpPr>
        <p:spPr>
          <a:xfrm>
            <a:off x="612648" y="2514600"/>
            <a:ext cx="106070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51460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explicit</a:t>
            </a:r>
            <a:endParaRPr lang="en-US" sz="1000" dirty="0"/>
          </a:p>
        </p:txBody>
      </p:sp>
      <p:sp>
        <p:nvSpPr>
          <p:cNvPr id="12" name="Slicer mode"/>
          <p:cNvSpPr/>
          <p:nvPr/>
        </p:nvSpPr>
        <p:spPr>
          <a:xfrm>
            <a:off x="612648" y="3200400"/>
            <a:ext cx="106070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3200400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mode</a:t>
            </a:r>
            <a:endParaRPr lang="en-US" sz="1000" dirty="0"/>
          </a:p>
        </p:txBody>
      </p:sp>
      <p:sp>
        <p:nvSpPr>
          <p:cNvPr id="14" name="KPI tile Records"/>
          <p:cNvSpPr/>
          <p:nvPr/>
        </p:nvSpPr>
        <p:spPr>
          <a:xfrm>
            <a:off x="1874520" y="1463040"/>
            <a:ext cx="132588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1463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E6B"/>
                </a:solidFill>
              </a:rPr>
              <a:t>113,549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Records</a:t>
            </a:r>
            <a:endParaRPr lang="en-US" sz="1400" dirty="0"/>
          </a:p>
        </p:txBody>
      </p:sp>
      <p:sp>
        <p:nvSpPr>
          <p:cNvPr id="16" name="KPI tile Genres"/>
          <p:cNvSpPr/>
          <p:nvPr/>
        </p:nvSpPr>
        <p:spPr>
          <a:xfrm>
            <a:off x="3291840" y="1463040"/>
            <a:ext cx="132588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91840" y="1463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E6B"/>
                </a:solidFill>
              </a:rPr>
              <a:t>114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Genres</a:t>
            </a:r>
            <a:endParaRPr lang="en-US" sz="1400" dirty="0"/>
          </a:p>
        </p:txBody>
      </p:sp>
      <p:sp>
        <p:nvSpPr>
          <p:cNvPr id="18" name="KPI tile Avg popularity"/>
          <p:cNvSpPr/>
          <p:nvPr/>
        </p:nvSpPr>
        <p:spPr>
          <a:xfrm>
            <a:off x="4709160" y="1463040"/>
            <a:ext cx="132588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9160" y="1463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E6B"/>
                </a:solidFill>
              </a:rPr>
              <a:t>33.3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Avg popularity</a:t>
            </a:r>
            <a:endParaRPr lang="en-US" sz="1400" dirty="0"/>
          </a:p>
        </p:txBody>
      </p:sp>
      <p:sp>
        <p:nvSpPr>
          <p:cNvPr id="20" name="Chart tile 1"/>
          <p:cNvSpPr/>
          <p:nvPr/>
        </p:nvSpPr>
        <p:spPr>
          <a:xfrm>
            <a:off x="1874520" y="22402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20240" y="2258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Bar: top genres</a:t>
            </a:r>
            <a:endParaRPr lang="en-US" sz="1000" dirty="0"/>
          </a:p>
        </p:txBody>
      </p:sp>
      <p:sp>
        <p:nvSpPr>
          <p:cNvPr id="22" name="Chart tile 2"/>
          <p:cNvSpPr/>
          <p:nvPr/>
        </p:nvSpPr>
        <p:spPr>
          <a:xfrm>
            <a:off x="4069080" y="224028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22585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Donut: explicit</a:t>
            </a:r>
            <a:endParaRPr lang="en-US" sz="1000" dirty="0"/>
          </a:p>
        </p:txBody>
      </p:sp>
      <p:sp>
        <p:nvSpPr>
          <p:cNvPr id="24" name="Chart tile 3"/>
          <p:cNvSpPr/>
          <p:nvPr/>
        </p:nvSpPr>
        <p:spPr>
          <a:xfrm>
            <a:off x="1874520" y="33832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2024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Column: mode</a:t>
            </a:r>
            <a:endParaRPr lang="en-US" sz="1000" dirty="0"/>
          </a:p>
        </p:txBody>
      </p:sp>
      <p:sp>
        <p:nvSpPr>
          <p:cNvPr id="26" name="Chart tile 4"/>
          <p:cNvSpPr/>
          <p:nvPr/>
        </p:nvSpPr>
        <p:spPr>
          <a:xfrm>
            <a:off x="4069080" y="338328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34015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Scatter: dance vs energy</a:t>
            </a:r>
            <a:endParaRPr lang="en-US" sz="1000" dirty="0"/>
          </a:p>
        </p:txBody>
      </p:sp>
      <p:sp>
        <p:nvSpPr>
          <p:cNvPr id="28" name="Mini bar 1"/>
          <p:cNvSpPr/>
          <p:nvPr/>
        </p:nvSpPr>
        <p:spPr>
          <a:xfrm>
            <a:off x="1965960" y="2532888"/>
            <a:ext cx="1389888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Mini bar 2"/>
          <p:cNvSpPr/>
          <p:nvPr/>
        </p:nvSpPr>
        <p:spPr>
          <a:xfrm>
            <a:off x="1965960" y="2770632"/>
            <a:ext cx="1129284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Mini bar 3"/>
          <p:cNvSpPr/>
          <p:nvPr/>
        </p:nvSpPr>
        <p:spPr>
          <a:xfrm>
            <a:off x="1965960" y="3008376"/>
            <a:ext cx="868680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Mini donut"/>
          <p:cNvSpPr/>
          <p:nvPr/>
        </p:nvSpPr>
        <p:spPr>
          <a:xfrm>
            <a:off x="4663440" y="2514600"/>
            <a:ext cx="731520" cy="731520"/>
          </a:xfrm>
          <a:prstGeom prst="donut">
            <a:avLst/>
          </a:prstGeom>
          <a:solidFill>
            <a:schemeClr val="accent3"/>
          </a:solidFill>
          <a:ln/>
        </p:spPr>
      </p:sp>
      <p:sp>
        <p:nvSpPr>
          <p:cNvPr id="32" name="Mini column 1"/>
          <p:cNvSpPr/>
          <p:nvPr/>
        </p:nvSpPr>
        <p:spPr>
          <a:xfrm>
            <a:off x="2377440" y="4005072"/>
            <a:ext cx="411480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3" name="Mini column 2"/>
          <p:cNvSpPr/>
          <p:nvPr/>
        </p:nvSpPr>
        <p:spPr>
          <a:xfrm>
            <a:off x="3017520" y="3785616"/>
            <a:ext cx="411480" cy="5852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Mini dot 1"/>
          <p:cNvSpPr/>
          <p:nvPr/>
        </p:nvSpPr>
        <p:spPr>
          <a:xfrm>
            <a:off x="4690872" y="3849624"/>
            <a:ext cx="73152" cy="731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Mini dot 2"/>
          <p:cNvSpPr/>
          <p:nvPr/>
        </p:nvSpPr>
        <p:spPr>
          <a:xfrm>
            <a:off x="4983480" y="3977640"/>
            <a:ext cx="73152" cy="731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Mini dot 3"/>
          <p:cNvSpPr/>
          <p:nvPr/>
        </p:nvSpPr>
        <p:spPr>
          <a:xfrm>
            <a:off x="5276088" y="3913632"/>
            <a:ext cx="73152" cy="731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7" name="Mini dot 4"/>
          <p:cNvSpPr/>
          <p:nvPr/>
        </p:nvSpPr>
        <p:spPr>
          <a:xfrm>
            <a:off x="5568696" y="4105656"/>
            <a:ext cx="73152" cy="731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Mini dot 5"/>
          <p:cNvSpPr/>
          <p:nvPr/>
        </p:nvSpPr>
        <p:spPr>
          <a:xfrm>
            <a:off x="5129784" y="3785616"/>
            <a:ext cx="73152" cy="731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9" name="Mini dot 6"/>
          <p:cNvSpPr/>
          <p:nvPr/>
        </p:nvSpPr>
        <p:spPr>
          <a:xfrm>
            <a:off x="4837176" y="4041648"/>
            <a:ext cx="73152" cy="731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0" name="Mini dot 7"/>
          <p:cNvSpPr/>
          <p:nvPr/>
        </p:nvSpPr>
        <p:spPr>
          <a:xfrm>
            <a:off x="5422392" y="3945636"/>
            <a:ext cx="73152" cy="731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Build steps card"/>
          <p:cNvSpPr/>
          <p:nvPr/>
        </p:nvSpPr>
        <p:spPr>
          <a:xfrm>
            <a:off x="6355080" y="1143000"/>
            <a:ext cx="2331720" cy="342900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9224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Recreate in Power BI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16002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Load the cleaned CSV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Add 3 slicers on the left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Add 3 KPI cards on top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Add 4 basic charts below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Keep a light background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3840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</a:rPr>
              <a:t>Replace with your own Power BI screenshot if you have 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4 OF 7  ·  VISUALIZATION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Analysis: Top 10 by Record Count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ading the chart"/>
          <p:cNvSpPr/>
          <p:nvPr/>
        </p:nvSpPr>
        <p:spPr>
          <a:xfrm>
            <a:off x="5806440" y="1188720"/>
            <a:ext cx="288036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0" y="1261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Reading the chart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627632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Highest: 1,000 records, shared by 33 genres. The 10 shown are the first alphabetically.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Lowest of all 114: romance (904), classical (933), german (963).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Counts are genre-associated records, not unique songs.</a:t>
            </a:r>
            <a:endParaRPr lang="en-US" sz="1200" dirty="0"/>
          </a:p>
        </p:txBody>
      </p:sp>
      <p:sp>
        <p:nvSpPr>
          <p:cNvPr id="8" name="Takeaway box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9" name="Takeaway text"/>
          <p:cNvSpPr txBox="1"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Genre record counts are nearly equal (904 to 1,000), so counts alone do not rank genres.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4 OF 7  ·  VISUALIZATION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Content and Musical Mode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3931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97280"/>
          <a:ext cx="3931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Explicit: 9,718 records (8.6%); non-explicit: 103,831. This shows how the data is split, not what makes a song popular.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75488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Major: 72,429 (63.8%); minor: 41,120 (36.2%). The file stores only 0 and 1; labels use Spotify's convention (1 = major).</a:t>
            </a:r>
            <a:endParaRPr lang="en-US" sz="1200" dirty="0"/>
          </a:p>
        </p:txBody>
      </p:sp>
      <p:sp>
        <p:nvSpPr>
          <p:cNvPr id="8" name="Takeaway box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9" name="Takeaway text"/>
          <p:cNvSpPr txBox="1"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 records are non-explicit and in a major mode.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4 OF 7  ·  VISUALIZATION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and Audio Features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9728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474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Mean 33.3, median 35. 15,843 records (14.0%) score 0; only 98 score 90 or more.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474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Plot uses a random sample (seed 42) for readability. Correlation on all 113,549 records: r = 0.13, a weak positive link.</a:t>
            </a:r>
            <a:endParaRPr lang="en-US" sz="1200" dirty="0"/>
          </a:p>
        </p:txBody>
      </p:sp>
      <p:sp>
        <p:nvSpPr>
          <p:cNvPr id="8" name="Takeaway box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9" name="Takeaway text"/>
          <p:cNvSpPr txBox="1"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 tracks score low on popularity; danceability and energy are only weakly related.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5 OF 7  ·  FINDING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Finding card 1"/>
          <p:cNvSpPr/>
          <p:nvPr/>
        </p:nvSpPr>
        <p:spPr>
          <a:xfrm>
            <a:off x="457200" y="114300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5" name="Finding 1 circle"/>
          <p:cNvSpPr/>
          <p:nvPr/>
        </p:nvSpPr>
        <p:spPr>
          <a:xfrm>
            <a:off x="566928" y="12527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Finding 1 number"/>
          <p:cNvSpPr txBox="1"/>
          <p:nvPr/>
        </p:nvSpPr>
        <p:spPr>
          <a:xfrm>
            <a:off x="56692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2344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Balanced genre counts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67335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114 genres have 904 to 1,000 records each; 33 are tied at 1,000.</a:t>
            </a:r>
            <a:endParaRPr lang="en-US" sz="1200" dirty="0"/>
          </a:p>
        </p:txBody>
      </p:sp>
      <p:sp>
        <p:nvSpPr>
          <p:cNvPr id="9" name="Finding card 2"/>
          <p:cNvSpPr/>
          <p:nvPr/>
        </p:nvSpPr>
        <p:spPr>
          <a:xfrm>
            <a:off x="3268980" y="114300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0" name="Finding 2 circle"/>
          <p:cNvSpPr/>
          <p:nvPr/>
        </p:nvSpPr>
        <p:spPr>
          <a:xfrm>
            <a:off x="3378708" y="12527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Finding 2 number"/>
          <p:cNvSpPr txBox="1"/>
          <p:nvPr/>
        </p:nvSpPr>
        <p:spPr>
          <a:xfrm>
            <a:off x="337870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81044" y="12344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Few explicit records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96996" y="167335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8.6% of records (9,718) are explicit.</a:t>
            </a:r>
            <a:endParaRPr lang="en-US" sz="1200" dirty="0"/>
          </a:p>
        </p:txBody>
      </p:sp>
      <p:sp>
        <p:nvSpPr>
          <p:cNvPr id="14" name="Finding card 3"/>
          <p:cNvSpPr/>
          <p:nvPr/>
        </p:nvSpPr>
        <p:spPr>
          <a:xfrm>
            <a:off x="6080760" y="114300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5" name="Finding 3 circle"/>
          <p:cNvSpPr/>
          <p:nvPr/>
        </p:nvSpPr>
        <p:spPr>
          <a:xfrm>
            <a:off x="6190488" y="12527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Finding 3 number"/>
          <p:cNvSpPr txBox="1"/>
          <p:nvPr/>
        </p:nvSpPr>
        <p:spPr>
          <a:xfrm>
            <a:off x="619048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92824" y="12344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Major mode leads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167335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63.8% of records are major (1), 36.2% minor (0).</a:t>
            </a:r>
            <a:endParaRPr lang="en-US" sz="1200" dirty="0"/>
          </a:p>
        </p:txBody>
      </p:sp>
      <p:sp>
        <p:nvSpPr>
          <p:cNvPr id="19" name="Finding card 4"/>
          <p:cNvSpPr/>
          <p:nvPr/>
        </p:nvSpPr>
        <p:spPr>
          <a:xfrm>
            <a:off x="457200" y="26060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0" name="Finding 4 circle"/>
          <p:cNvSpPr/>
          <p:nvPr/>
        </p:nvSpPr>
        <p:spPr>
          <a:xfrm>
            <a:off x="566928" y="27157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Finding 4 number"/>
          <p:cNvSpPr txBox="1"/>
          <p:nvPr/>
        </p:nvSpPr>
        <p:spPr>
          <a:xfrm>
            <a:off x="566928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" y="269748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Popularity skews low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" y="313639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Mean 33.3; 14.0% of records score exactly 0.</a:t>
            </a:r>
            <a:endParaRPr lang="en-US" sz="1200" dirty="0"/>
          </a:p>
        </p:txBody>
      </p:sp>
      <p:sp>
        <p:nvSpPr>
          <p:cNvPr id="24" name="Finding card 5"/>
          <p:cNvSpPr/>
          <p:nvPr/>
        </p:nvSpPr>
        <p:spPr>
          <a:xfrm>
            <a:off x="3268980" y="26060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5" name="Finding 5 circle"/>
          <p:cNvSpPr/>
          <p:nvPr/>
        </p:nvSpPr>
        <p:spPr>
          <a:xfrm>
            <a:off x="3378708" y="27157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Finding 5 number"/>
          <p:cNvSpPr txBox="1"/>
          <p:nvPr/>
        </p:nvSpPr>
        <p:spPr>
          <a:xfrm>
            <a:off x="3378708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781044" y="269748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Weak dance–energy link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396996" y="313639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Correlation r = 0.13 across all records.</a:t>
            </a:r>
            <a:endParaRPr lang="en-US" sz="1200" dirty="0"/>
          </a:p>
        </p:txBody>
      </p:sp>
      <p:sp>
        <p:nvSpPr>
          <p:cNvPr id="29" name="Finding card 6"/>
          <p:cNvSpPr/>
          <p:nvPr/>
        </p:nvSpPr>
        <p:spPr>
          <a:xfrm>
            <a:off x="6080760" y="26060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30" name="Finding 6 circle"/>
          <p:cNvSpPr/>
          <p:nvPr/>
        </p:nvSpPr>
        <p:spPr>
          <a:xfrm>
            <a:off x="6190488" y="27157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Finding 6 number"/>
          <p:cNvSpPr txBox="1"/>
          <p:nvPr/>
        </p:nvSpPr>
        <p:spPr>
          <a:xfrm>
            <a:off x="6190488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92824" y="269748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Genre popularity varies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08776" y="3136392"/>
            <a:ext cx="2350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popularity runs from 2.2 (iranian) to 59.3 (pop-film).</a:t>
            </a:r>
            <a:endParaRPr lang="en-US" sz="1200" dirty="0"/>
          </a:p>
        </p:txBody>
      </p:sp>
      <p:sp>
        <p:nvSpPr>
          <p:cNvPr id="34" name="Takeaway box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5" name="Takeaway text"/>
          <p:cNvSpPr txBox="1"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count and popularity are different measurements; equal counts do not mean equal popularity.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6 OF 7  ·  INSIGHT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Interpretation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FINDING (what the data shows)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(what it may suggest)</a:t>
            </a:r>
            <a:endParaRPr lang="en-US" sz="1200" dirty="0"/>
          </a:p>
        </p:txBody>
      </p:sp>
      <p:sp>
        <p:nvSpPr>
          <p:cNvPr id="6" name="Finding box 1"/>
          <p:cNvSpPr/>
          <p:nvPr/>
        </p:nvSpPr>
        <p:spPr>
          <a:xfrm>
            <a:off x="457200" y="1417320"/>
            <a:ext cx="3840480" cy="603504"/>
          </a:xfrm>
          <a:prstGeom prst="roundRect">
            <a:avLst>
              <a:gd name="adj" fmla="val 12121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417320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Genres have near-equal record counts.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15968" y="1417320"/>
            <a:ext cx="237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Insight box 1"/>
          <p:cNvSpPr/>
          <p:nvPr/>
        </p:nvSpPr>
        <p:spPr>
          <a:xfrm>
            <a:off x="4572000" y="1417320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1417320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Genre representation looks balanced here, so counts say nothing about listening. Why it is balanced cannot be established from this dataset alone.</a:t>
            </a:r>
            <a:endParaRPr lang="en-US" sz="1100" dirty="0"/>
          </a:p>
        </p:txBody>
      </p:sp>
      <p:sp>
        <p:nvSpPr>
          <p:cNvPr id="11" name="Finding box 2"/>
          <p:cNvSpPr/>
          <p:nvPr/>
        </p:nvSpPr>
        <p:spPr>
          <a:xfrm>
            <a:off x="457200" y="2093976"/>
            <a:ext cx="3840480" cy="603504"/>
          </a:xfrm>
          <a:prstGeom prst="roundRect">
            <a:avLst>
              <a:gd name="adj" fmla="val 12121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093976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popularity differs widely by genre.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2093976"/>
            <a:ext cx="237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Insight box 2"/>
          <p:cNvSpPr/>
          <p:nvPr/>
        </p:nvSpPr>
        <p:spPr>
          <a:xfrm>
            <a:off x="4572000" y="2093976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81728" y="2093976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Genres may differ in popularity score, but the dataset cannot explain why.</a:t>
            </a:r>
            <a:endParaRPr lang="en-US" sz="1100" dirty="0"/>
          </a:p>
        </p:txBody>
      </p:sp>
      <p:sp>
        <p:nvSpPr>
          <p:cNvPr id="16" name="Finding box 3"/>
          <p:cNvSpPr/>
          <p:nvPr/>
        </p:nvSpPr>
        <p:spPr>
          <a:xfrm>
            <a:off x="457200" y="2770632"/>
            <a:ext cx="3840480" cy="603504"/>
          </a:xfrm>
          <a:prstGeom prst="roundRect">
            <a:avLst>
              <a:gd name="adj" fmla="val 12121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2770632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Danceability and energy are only weakly correlated (r = 0.13).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15968" y="2770632"/>
            <a:ext cx="237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Insight box 3"/>
          <p:cNvSpPr/>
          <p:nvPr/>
        </p:nvSpPr>
        <p:spPr>
          <a:xfrm>
            <a:off x="4572000" y="2770632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81728" y="2770632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They describe different qualities of a track; correlation does not prove causation.</a:t>
            </a:r>
            <a:endParaRPr lang="en-US" sz="1100" dirty="0"/>
          </a:p>
        </p:txBody>
      </p:sp>
      <p:sp>
        <p:nvSpPr>
          <p:cNvPr id="21" name="Finding box 4"/>
          <p:cNvSpPr/>
          <p:nvPr/>
        </p:nvSpPr>
        <p:spPr>
          <a:xfrm>
            <a:off x="457200" y="3447288"/>
            <a:ext cx="3840480" cy="603504"/>
          </a:xfrm>
          <a:prstGeom prst="roundRect">
            <a:avLst>
              <a:gd name="adj" fmla="val 12121"/>
            </a:avLst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447288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Charts exposed patterns quickly.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15968" y="3447288"/>
            <a:ext cx="237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Insight box 4"/>
          <p:cNvSpPr/>
          <p:nvPr/>
        </p:nvSpPr>
        <p:spPr>
          <a:xfrm>
            <a:off x="4572000" y="3447288"/>
            <a:ext cx="41148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81728" y="3447288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Interactive visuals help beginners explore large data.</a:t>
            </a:r>
            <a:endParaRPr lang="en-US" sz="1100" dirty="0"/>
          </a:p>
        </p:txBody>
      </p:sp>
      <p:sp>
        <p:nvSpPr>
          <p:cNvPr id="26" name="Takeaway box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7" name="Takeaway text"/>
          <p:cNvSpPr txBox="1"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Findings describe the data; insights stay cautious about listener behavior and Spotify's algorithm.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7 OF 7  ·  CONCLUSION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Cleaning first: the audit found 0 missing values and 0 exact duplicates.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and Pandas prepared and summarized the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Power BI presents the results as simple visuals.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 results: balanced genre counts, 8.6% explicit, 63.8% major, low-skewed popularity.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Charts made these patterns easy to see.</a:t>
            </a:r>
            <a:endParaRPr lang="en-US" sz="1400" dirty="0"/>
          </a:p>
        </p:txBody>
      </p:sp>
      <p:sp>
        <p:nvSpPr>
          <p:cNvPr id="5" name="Limitations card"/>
          <p:cNvSpPr/>
          <p:nvPr/>
        </p:nvSpPr>
        <p:spPr>
          <a:xfrm>
            <a:off x="5029200" y="1188720"/>
            <a:ext cx="36576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21208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6459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Popularity is a score, not stream counts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Counts are records, not unique songs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Equal genre counts may come from how the data was collected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Correlation is not causation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Clean does not mean perfectly accurate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label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7 OF 7  ·  CONCLUSION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Possible next steps (not yet done)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popularity across genres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Explore more audio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more interactive filters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other datasets, if compatible data is found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Apply deeper statistical analysis</a:t>
            </a:r>
            <a:endParaRPr lang="en-US" sz="1400" dirty="0"/>
          </a:p>
        </p:txBody>
      </p:sp>
      <p:sp>
        <p:nvSpPr>
          <p:cNvPr id="6" name="Thank you card"/>
          <p:cNvSpPr/>
          <p:nvPr/>
        </p:nvSpPr>
        <p:spPr>
          <a:xfrm>
            <a:off x="5577840" y="1188720"/>
            <a:ext cx="3108960" cy="292608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7784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Questions are welcome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[Student Name]  ·  [College Name]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tify Analysis">
  <a:themeElements>
    <a:clrScheme name="Spotify Analysis">
      <a:dk1>
        <a:srgbClr val="1F2933"/>
      </a:dk1>
      <a:lt1>
        <a:srgbClr val="FFFFFF"/>
      </a:lt1>
      <a:dk2>
        <a:srgbClr val="2F6F4F"/>
      </a:dk2>
      <a:lt2>
        <a:srgbClr val="F2F6F4"/>
      </a:lt2>
      <a:accent1>
        <a:srgbClr val="3E8E6B"/>
      </a:accent1>
      <a:accent2>
        <a:srgbClr val="8CBFA6"/>
      </a:accent2>
      <a:accent3>
        <a:srgbClr val="6C9BC4"/>
      </a:accent3>
      <a:accent4>
        <a:srgbClr val="BCD3E6"/>
      </a:accent4>
      <a:accent5>
        <a:srgbClr val="7B8794"/>
      </a:accent5>
      <a:accent6>
        <a:srgbClr val="D5DDD8"/>
      </a:accent6>
      <a:hlink>
        <a:srgbClr val="3E8E6B"/>
      </a:hlink>
      <a:folHlink>
        <a:srgbClr val="7B8794"/>
      </a:folHlink>
    </a:clrScheme>
    <a:fontScheme name="Spotify Analys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Music Data Analysis</dc:title>
  <dc:subject>PptxGenJS Presentation</dc:subject>
  <dc:creator>PptxGenJS</dc:creator>
  <cp:lastModifiedBy>PptxGenJS</cp:lastModifiedBy>
  <cp:revision>1</cp:revision>
  <dcterms:created xsi:type="dcterms:W3CDTF">2026-10-12T08:06:53Z</dcterms:created>
  <dcterms:modified xsi:type="dcterms:W3CDTF">2026-10-12T08:06:53Z</dcterms:modified>
</cp:coreProperties>
</file>